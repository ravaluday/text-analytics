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DAY RAVAL" userId="45705a48c4c7cd31" providerId="LiveId" clId="{F3BB1EE5-49FA-40D5-8B56-C59F3A5A9EB7}"/>
    <pc:docChg chg="modSld">
      <pc:chgData name="UDAY RAVAL" userId="45705a48c4c7cd31" providerId="LiveId" clId="{F3BB1EE5-49FA-40D5-8B56-C59F3A5A9EB7}" dt="2026-01-08T05:14:50.761" v="11" actId="122"/>
      <pc:docMkLst>
        <pc:docMk/>
      </pc:docMkLst>
      <pc:sldChg chg="modSp mod">
        <pc:chgData name="UDAY RAVAL" userId="45705a48c4c7cd31" providerId="LiveId" clId="{F3BB1EE5-49FA-40D5-8B56-C59F3A5A9EB7}" dt="2026-01-08T05:14:50.761" v="11" actId="122"/>
        <pc:sldMkLst>
          <pc:docMk/>
          <pc:sldMk cId="937291503" sldId="256"/>
        </pc:sldMkLst>
        <pc:spChg chg="mod">
          <ac:chgData name="UDAY RAVAL" userId="45705a48c4c7cd31" providerId="LiveId" clId="{F3BB1EE5-49FA-40D5-8B56-C59F3A5A9EB7}" dt="2026-01-08T05:14:50.761" v="11" actId="122"/>
          <ac:spMkLst>
            <pc:docMk/>
            <pc:sldMk cId="937291503" sldId="256"/>
            <ac:spMk id="2" creationId="{6B636FD2-3DD2-DA58-0D8A-19EA70C2E2EB}"/>
          </ac:spMkLst>
        </pc:spChg>
        <pc:spChg chg="mod">
          <ac:chgData name="UDAY RAVAL" userId="45705a48c4c7cd31" providerId="LiveId" clId="{F3BB1EE5-49FA-40D5-8B56-C59F3A5A9EB7}" dt="2026-01-07T04:54:31.305" v="7" actId="20577"/>
          <ac:spMkLst>
            <pc:docMk/>
            <pc:sldMk cId="937291503" sldId="256"/>
            <ac:spMk id="3" creationId="{A67E9703-4157-68EC-6871-39E7981F294C}"/>
          </ac:spMkLst>
        </pc:spChg>
      </pc:sldChg>
      <pc:sldChg chg="modSp mod">
        <pc:chgData name="UDAY RAVAL" userId="45705a48c4c7cd31" providerId="LiveId" clId="{F3BB1EE5-49FA-40D5-8B56-C59F3A5A9EB7}" dt="2026-01-07T04:54:54.573" v="9" actId="20577"/>
        <pc:sldMkLst>
          <pc:docMk/>
          <pc:sldMk cId="2355846234" sldId="274"/>
        </pc:sldMkLst>
        <pc:spChg chg="mod">
          <ac:chgData name="UDAY RAVAL" userId="45705a48c4c7cd31" providerId="LiveId" clId="{F3BB1EE5-49FA-40D5-8B56-C59F3A5A9EB7}" dt="2026-01-07T04:54:54.573" v="9" actId="20577"/>
          <ac:spMkLst>
            <pc:docMk/>
            <pc:sldMk cId="2355846234" sldId="274"/>
            <ac:spMk id="5" creationId="{3908DEB1-68B1-43C5-18FC-CCD9ED1E1131}"/>
          </ac:spMkLst>
        </pc:sp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EB3AA7-D77F-4980-BD14-F2FA98E430D6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1C08A57-BCC2-4904-B745-E0CF2653831D}">
      <dgm:prSet/>
      <dgm:spPr/>
      <dgm:t>
        <a:bodyPr/>
        <a:lstStyle/>
        <a:p>
          <a:r>
            <a:rPr lang="en-US"/>
            <a:t>Move from classical ML → </a:t>
          </a:r>
          <a:r>
            <a:rPr lang="en-US" b="1"/>
            <a:t>Advanced NLP Models</a:t>
          </a:r>
          <a:endParaRPr lang="en-US"/>
        </a:p>
      </dgm:t>
    </dgm:pt>
    <dgm:pt modelId="{4ACD04CB-6586-4F1E-BDE1-EAC56DABFFFD}" type="parTrans" cxnId="{63CCB9F8-FBDD-491F-8A2F-E603D7E74600}">
      <dgm:prSet/>
      <dgm:spPr/>
      <dgm:t>
        <a:bodyPr/>
        <a:lstStyle/>
        <a:p>
          <a:endParaRPr lang="en-US"/>
        </a:p>
      </dgm:t>
    </dgm:pt>
    <dgm:pt modelId="{2B762F3E-021D-412E-AA94-0097EA605EF1}" type="sibTrans" cxnId="{63CCB9F8-FBDD-491F-8A2F-E603D7E74600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D1A63826-7521-44FF-B458-CB0524EE9111}">
      <dgm:prSet/>
      <dgm:spPr/>
      <dgm:t>
        <a:bodyPr/>
        <a:lstStyle/>
        <a:p>
          <a:r>
            <a:rPr lang="en-US"/>
            <a:t>Build a </a:t>
          </a:r>
          <a:r>
            <a:rPr lang="en-US" b="1"/>
            <a:t>Lightweight Transformer baseline</a:t>
          </a:r>
          <a:endParaRPr lang="en-US"/>
        </a:p>
      </dgm:t>
    </dgm:pt>
    <dgm:pt modelId="{53BA220C-9012-4302-9343-9F02BA61964C}" type="parTrans" cxnId="{764FC61E-5BFB-4C2E-ABC9-90B8E1A1D640}">
      <dgm:prSet/>
      <dgm:spPr/>
      <dgm:t>
        <a:bodyPr/>
        <a:lstStyle/>
        <a:p>
          <a:endParaRPr lang="en-US"/>
        </a:p>
      </dgm:t>
    </dgm:pt>
    <dgm:pt modelId="{26E88504-9E01-4C88-8D1E-C5842E99D883}" type="sibTrans" cxnId="{764FC61E-5BFB-4C2E-ABC9-90B8E1A1D640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DA292F2F-6F53-4CF5-B32A-4354FEEFBE19}">
      <dgm:prSet/>
      <dgm:spPr/>
      <dgm:t>
        <a:bodyPr/>
        <a:lstStyle/>
        <a:p>
          <a:r>
            <a:rPr lang="en-US"/>
            <a:t>Fine‑tune </a:t>
          </a:r>
          <a:r>
            <a:rPr lang="en-US" b="1"/>
            <a:t>DistilBERT</a:t>
          </a:r>
          <a:r>
            <a:rPr lang="en-US"/>
            <a:t> for Fake‑News Classification</a:t>
          </a:r>
        </a:p>
      </dgm:t>
    </dgm:pt>
    <dgm:pt modelId="{55FC7314-8C20-4F29-A38A-16C8A9A24718}" type="parTrans" cxnId="{95240ACF-5D5D-4C09-9715-A01A69B60761}">
      <dgm:prSet/>
      <dgm:spPr/>
      <dgm:t>
        <a:bodyPr/>
        <a:lstStyle/>
        <a:p>
          <a:endParaRPr lang="en-US"/>
        </a:p>
      </dgm:t>
    </dgm:pt>
    <dgm:pt modelId="{9B875D65-EF01-4ED5-96DC-716A4C84D061}" type="sibTrans" cxnId="{95240ACF-5D5D-4C09-9715-A01A69B60761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666C81FB-C447-4374-92DD-AC74DA405399}">
      <dgm:prSet/>
      <dgm:spPr/>
      <dgm:t>
        <a:bodyPr/>
        <a:lstStyle/>
        <a:p>
          <a:r>
            <a:rPr lang="en-US"/>
            <a:t>Add </a:t>
          </a:r>
          <a:r>
            <a:rPr lang="en-US" b="1"/>
            <a:t>Error Analysis &amp; Interpretability</a:t>
          </a:r>
          <a:endParaRPr lang="en-US"/>
        </a:p>
      </dgm:t>
    </dgm:pt>
    <dgm:pt modelId="{A35638D8-1A08-4A71-B805-101ED72A39A7}" type="parTrans" cxnId="{7886C3B8-A958-4817-8EBC-CF6EFCB2A96A}">
      <dgm:prSet/>
      <dgm:spPr/>
      <dgm:t>
        <a:bodyPr/>
        <a:lstStyle/>
        <a:p>
          <a:endParaRPr lang="en-US"/>
        </a:p>
      </dgm:t>
    </dgm:pt>
    <dgm:pt modelId="{9C00D317-F4BA-4D34-8728-27F8BA41DC67}" type="sibTrans" cxnId="{7886C3B8-A958-4817-8EBC-CF6EFCB2A96A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535FD6A1-6568-4114-8B22-E4C212146E3F}">
      <dgm:prSet/>
      <dgm:spPr/>
      <dgm:t>
        <a:bodyPr/>
        <a:lstStyle/>
        <a:p>
          <a:r>
            <a:rPr lang="en-US"/>
            <a:t>Build an interactive </a:t>
          </a:r>
          <a:r>
            <a:rPr lang="en-US" b="1"/>
            <a:t>Gradio Web Application</a:t>
          </a:r>
          <a:endParaRPr lang="en-US"/>
        </a:p>
      </dgm:t>
    </dgm:pt>
    <dgm:pt modelId="{EBC20DAB-8D6A-4858-9F09-88E3F9C76061}" type="parTrans" cxnId="{A040D23C-9532-40B9-947D-DBA11DF98C61}">
      <dgm:prSet/>
      <dgm:spPr/>
      <dgm:t>
        <a:bodyPr/>
        <a:lstStyle/>
        <a:p>
          <a:endParaRPr lang="en-US"/>
        </a:p>
      </dgm:t>
    </dgm:pt>
    <dgm:pt modelId="{BDAC4FC1-DEDC-48E5-B1A4-FBF241B4E518}" type="sibTrans" cxnId="{A040D23C-9532-40B9-947D-DBA11DF98C61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35C79BB9-3B3D-44E7-B915-FD3697D2CE3B}">
      <dgm:prSet/>
      <dgm:spPr/>
      <dgm:t>
        <a:bodyPr/>
        <a:lstStyle/>
        <a:p>
          <a:r>
            <a:rPr lang="en-US"/>
            <a:t>Present complete </a:t>
          </a:r>
          <a:r>
            <a:rPr lang="en-US" b="1"/>
            <a:t>End‑to‑End Pipeline</a:t>
          </a:r>
          <a:endParaRPr lang="en-US"/>
        </a:p>
      </dgm:t>
    </dgm:pt>
    <dgm:pt modelId="{73D7EC9D-CF08-43AB-AC54-E4C98AE7057A}" type="parTrans" cxnId="{1A034B48-66B7-4281-B141-C5DFE8246E7A}">
      <dgm:prSet/>
      <dgm:spPr/>
      <dgm:t>
        <a:bodyPr/>
        <a:lstStyle/>
        <a:p>
          <a:endParaRPr lang="en-US"/>
        </a:p>
      </dgm:t>
    </dgm:pt>
    <dgm:pt modelId="{580A520C-3385-48FD-8F12-852191EA7089}" type="sibTrans" cxnId="{1A034B48-66B7-4281-B141-C5DFE8246E7A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E61628B8-5C02-46ED-A263-E25AE4B8F39E}" type="pres">
      <dgm:prSet presAssocID="{1AEB3AA7-D77F-4980-BD14-F2FA98E430D6}" presName="Name0" presStyleCnt="0">
        <dgm:presLayoutVars>
          <dgm:animLvl val="lvl"/>
          <dgm:resizeHandles val="exact"/>
        </dgm:presLayoutVars>
      </dgm:prSet>
      <dgm:spPr/>
    </dgm:pt>
    <dgm:pt modelId="{873B5FD1-9E9E-4C5F-ACD6-4F747DC575D5}" type="pres">
      <dgm:prSet presAssocID="{F1C08A57-BCC2-4904-B745-E0CF2653831D}" presName="compositeNode" presStyleCnt="0">
        <dgm:presLayoutVars>
          <dgm:bulletEnabled val="1"/>
        </dgm:presLayoutVars>
      </dgm:prSet>
      <dgm:spPr/>
    </dgm:pt>
    <dgm:pt modelId="{E7C9A707-CA1C-48E6-8FB1-E6B0F9376B6B}" type="pres">
      <dgm:prSet presAssocID="{F1C08A57-BCC2-4904-B745-E0CF2653831D}" presName="bgRect" presStyleLbl="bgAccFollowNode1" presStyleIdx="0" presStyleCnt="6"/>
      <dgm:spPr/>
    </dgm:pt>
    <dgm:pt modelId="{C2695A57-BA3A-4DC4-AA95-8839F2CE8971}" type="pres">
      <dgm:prSet presAssocID="{2B762F3E-021D-412E-AA94-0097EA605EF1}" presName="sibTransNodeCircle" presStyleLbl="alignNode1" presStyleIdx="0" presStyleCnt="12">
        <dgm:presLayoutVars>
          <dgm:chMax val="0"/>
          <dgm:bulletEnabled/>
        </dgm:presLayoutVars>
      </dgm:prSet>
      <dgm:spPr/>
    </dgm:pt>
    <dgm:pt modelId="{006E732A-04F1-4174-B73E-61A5097352D1}" type="pres">
      <dgm:prSet presAssocID="{F1C08A57-BCC2-4904-B745-E0CF2653831D}" presName="bottomLine" presStyleLbl="alignNode1" presStyleIdx="1" presStyleCnt="12">
        <dgm:presLayoutVars/>
      </dgm:prSet>
      <dgm:spPr/>
    </dgm:pt>
    <dgm:pt modelId="{AEC8B6A8-A0C9-43C6-8C52-BE56695F600D}" type="pres">
      <dgm:prSet presAssocID="{F1C08A57-BCC2-4904-B745-E0CF2653831D}" presName="nodeText" presStyleLbl="bgAccFollowNode1" presStyleIdx="0" presStyleCnt="6">
        <dgm:presLayoutVars>
          <dgm:bulletEnabled val="1"/>
        </dgm:presLayoutVars>
      </dgm:prSet>
      <dgm:spPr/>
    </dgm:pt>
    <dgm:pt modelId="{4D582AA4-CDA4-4697-902B-3AAE95033359}" type="pres">
      <dgm:prSet presAssocID="{2B762F3E-021D-412E-AA94-0097EA605EF1}" presName="sibTrans" presStyleCnt="0"/>
      <dgm:spPr/>
    </dgm:pt>
    <dgm:pt modelId="{0C37E31D-2E6F-4CC8-9F73-C67725860246}" type="pres">
      <dgm:prSet presAssocID="{D1A63826-7521-44FF-B458-CB0524EE9111}" presName="compositeNode" presStyleCnt="0">
        <dgm:presLayoutVars>
          <dgm:bulletEnabled val="1"/>
        </dgm:presLayoutVars>
      </dgm:prSet>
      <dgm:spPr/>
    </dgm:pt>
    <dgm:pt modelId="{40EAD9CC-1F6D-4661-8CC7-F2DE0259757C}" type="pres">
      <dgm:prSet presAssocID="{D1A63826-7521-44FF-B458-CB0524EE9111}" presName="bgRect" presStyleLbl="bgAccFollowNode1" presStyleIdx="1" presStyleCnt="6"/>
      <dgm:spPr/>
    </dgm:pt>
    <dgm:pt modelId="{2102280B-D785-4735-91BD-3A96EF4C8084}" type="pres">
      <dgm:prSet presAssocID="{26E88504-9E01-4C88-8D1E-C5842E99D883}" presName="sibTransNodeCircle" presStyleLbl="alignNode1" presStyleIdx="2" presStyleCnt="12">
        <dgm:presLayoutVars>
          <dgm:chMax val="0"/>
          <dgm:bulletEnabled/>
        </dgm:presLayoutVars>
      </dgm:prSet>
      <dgm:spPr/>
    </dgm:pt>
    <dgm:pt modelId="{E0EB4792-B724-4EDF-AD66-06946B90DB0B}" type="pres">
      <dgm:prSet presAssocID="{D1A63826-7521-44FF-B458-CB0524EE9111}" presName="bottomLine" presStyleLbl="alignNode1" presStyleIdx="3" presStyleCnt="12">
        <dgm:presLayoutVars/>
      </dgm:prSet>
      <dgm:spPr/>
    </dgm:pt>
    <dgm:pt modelId="{5DBA7350-0806-456E-8024-97EE961F3C73}" type="pres">
      <dgm:prSet presAssocID="{D1A63826-7521-44FF-B458-CB0524EE9111}" presName="nodeText" presStyleLbl="bgAccFollowNode1" presStyleIdx="1" presStyleCnt="6">
        <dgm:presLayoutVars>
          <dgm:bulletEnabled val="1"/>
        </dgm:presLayoutVars>
      </dgm:prSet>
      <dgm:spPr/>
    </dgm:pt>
    <dgm:pt modelId="{00A008D6-1751-4061-B3EE-7A04387CC367}" type="pres">
      <dgm:prSet presAssocID="{26E88504-9E01-4C88-8D1E-C5842E99D883}" presName="sibTrans" presStyleCnt="0"/>
      <dgm:spPr/>
    </dgm:pt>
    <dgm:pt modelId="{0DA7E0F1-4438-4F74-B0D1-6A6591FC08D9}" type="pres">
      <dgm:prSet presAssocID="{DA292F2F-6F53-4CF5-B32A-4354FEEFBE19}" presName="compositeNode" presStyleCnt="0">
        <dgm:presLayoutVars>
          <dgm:bulletEnabled val="1"/>
        </dgm:presLayoutVars>
      </dgm:prSet>
      <dgm:spPr/>
    </dgm:pt>
    <dgm:pt modelId="{D62946BF-AE5B-45F8-B898-8F452C6C8C2B}" type="pres">
      <dgm:prSet presAssocID="{DA292F2F-6F53-4CF5-B32A-4354FEEFBE19}" presName="bgRect" presStyleLbl="bgAccFollowNode1" presStyleIdx="2" presStyleCnt="6"/>
      <dgm:spPr/>
    </dgm:pt>
    <dgm:pt modelId="{8EA65DF7-E6C9-4DD2-8911-7103E4CDC803}" type="pres">
      <dgm:prSet presAssocID="{9B875D65-EF01-4ED5-96DC-716A4C84D061}" presName="sibTransNodeCircle" presStyleLbl="alignNode1" presStyleIdx="4" presStyleCnt="12">
        <dgm:presLayoutVars>
          <dgm:chMax val="0"/>
          <dgm:bulletEnabled/>
        </dgm:presLayoutVars>
      </dgm:prSet>
      <dgm:spPr/>
    </dgm:pt>
    <dgm:pt modelId="{F8AB264B-ED6C-47F8-A1BD-6CEED9034483}" type="pres">
      <dgm:prSet presAssocID="{DA292F2F-6F53-4CF5-B32A-4354FEEFBE19}" presName="bottomLine" presStyleLbl="alignNode1" presStyleIdx="5" presStyleCnt="12">
        <dgm:presLayoutVars/>
      </dgm:prSet>
      <dgm:spPr/>
    </dgm:pt>
    <dgm:pt modelId="{166A059D-356D-43BE-914B-E143304262E7}" type="pres">
      <dgm:prSet presAssocID="{DA292F2F-6F53-4CF5-B32A-4354FEEFBE19}" presName="nodeText" presStyleLbl="bgAccFollowNode1" presStyleIdx="2" presStyleCnt="6">
        <dgm:presLayoutVars>
          <dgm:bulletEnabled val="1"/>
        </dgm:presLayoutVars>
      </dgm:prSet>
      <dgm:spPr/>
    </dgm:pt>
    <dgm:pt modelId="{D562158F-F49B-4ACB-8B4F-B3AA6E24543C}" type="pres">
      <dgm:prSet presAssocID="{9B875D65-EF01-4ED5-96DC-716A4C84D061}" presName="sibTrans" presStyleCnt="0"/>
      <dgm:spPr/>
    </dgm:pt>
    <dgm:pt modelId="{015C3FDF-EBD9-40C7-8504-C236BA14EA04}" type="pres">
      <dgm:prSet presAssocID="{666C81FB-C447-4374-92DD-AC74DA405399}" presName="compositeNode" presStyleCnt="0">
        <dgm:presLayoutVars>
          <dgm:bulletEnabled val="1"/>
        </dgm:presLayoutVars>
      </dgm:prSet>
      <dgm:spPr/>
    </dgm:pt>
    <dgm:pt modelId="{93D016B4-AAFE-4193-BA4A-C1370652A40D}" type="pres">
      <dgm:prSet presAssocID="{666C81FB-C447-4374-92DD-AC74DA405399}" presName="bgRect" presStyleLbl="bgAccFollowNode1" presStyleIdx="3" presStyleCnt="6"/>
      <dgm:spPr/>
    </dgm:pt>
    <dgm:pt modelId="{C3821550-61FE-42E2-8733-805C1C1F4488}" type="pres">
      <dgm:prSet presAssocID="{9C00D317-F4BA-4D34-8728-27F8BA41DC67}" presName="sibTransNodeCircle" presStyleLbl="alignNode1" presStyleIdx="6" presStyleCnt="12">
        <dgm:presLayoutVars>
          <dgm:chMax val="0"/>
          <dgm:bulletEnabled/>
        </dgm:presLayoutVars>
      </dgm:prSet>
      <dgm:spPr/>
    </dgm:pt>
    <dgm:pt modelId="{EA799301-BDCC-449C-B274-97D17781D99A}" type="pres">
      <dgm:prSet presAssocID="{666C81FB-C447-4374-92DD-AC74DA405399}" presName="bottomLine" presStyleLbl="alignNode1" presStyleIdx="7" presStyleCnt="12">
        <dgm:presLayoutVars/>
      </dgm:prSet>
      <dgm:spPr/>
    </dgm:pt>
    <dgm:pt modelId="{63DE5C04-4648-42D7-BCC9-1CCEFA0BF41D}" type="pres">
      <dgm:prSet presAssocID="{666C81FB-C447-4374-92DD-AC74DA405399}" presName="nodeText" presStyleLbl="bgAccFollowNode1" presStyleIdx="3" presStyleCnt="6">
        <dgm:presLayoutVars>
          <dgm:bulletEnabled val="1"/>
        </dgm:presLayoutVars>
      </dgm:prSet>
      <dgm:spPr/>
    </dgm:pt>
    <dgm:pt modelId="{869BEE8A-7530-4A2D-B315-C24636384D12}" type="pres">
      <dgm:prSet presAssocID="{9C00D317-F4BA-4D34-8728-27F8BA41DC67}" presName="sibTrans" presStyleCnt="0"/>
      <dgm:spPr/>
    </dgm:pt>
    <dgm:pt modelId="{964ADC75-763E-4842-9350-EA7378ABACFB}" type="pres">
      <dgm:prSet presAssocID="{535FD6A1-6568-4114-8B22-E4C212146E3F}" presName="compositeNode" presStyleCnt="0">
        <dgm:presLayoutVars>
          <dgm:bulletEnabled val="1"/>
        </dgm:presLayoutVars>
      </dgm:prSet>
      <dgm:spPr/>
    </dgm:pt>
    <dgm:pt modelId="{BD5D8C11-AE7E-4ABA-8425-B6E248D53E6C}" type="pres">
      <dgm:prSet presAssocID="{535FD6A1-6568-4114-8B22-E4C212146E3F}" presName="bgRect" presStyleLbl="bgAccFollowNode1" presStyleIdx="4" presStyleCnt="6"/>
      <dgm:spPr/>
    </dgm:pt>
    <dgm:pt modelId="{8ADA3FD0-F504-4AE3-A001-164BEE8F08BD}" type="pres">
      <dgm:prSet presAssocID="{BDAC4FC1-DEDC-48E5-B1A4-FBF241B4E518}" presName="sibTransNodeCircle" presStyleLbl="alignNode1" presStyleIdx="8" presStyleCnt="12">
        <dgm:presLayoutVars>
          <dgm:chMax val="0"/>
          <dgm:bulletEnabled/>
        </dgm:presLayoutVars>
      </dgm:prSet>
      <dgm:spPr/>
    </dgm:pt>
    <dgm:pt modelId="{048DD0B8-2C34-4EB1-B51C-0FF0D029FB27}" type="pres">
      <dgm:prSet presAssocID="{535FD6A1-6568-4114-8B22-E4C212146E3F}" presName="bottomLine" presStyleLbl="alignNode1" presStyleIdx="9" presStyleCnt="12">
        <dgm:presLayoutVars/>
      </dgm:prSet>
      <dgm:spPr/>
    </dgm:pt>
    <dgm:pt modelId="{F4601CF3-74BC-41E7-BB3B-A1E56A601638}" type="pres">
      <dgm:prSet presAssocID="{535FD6A1-6568-4114-8B22-E4C212146E3F}" presName="nodeText" presStyleLbl="bgAccFollowNode1" presStyleIdx="4" presStyleCnt="6">
        <dgm:presLayoutVars>
          <dgm:bulletEnabled val="1"/>
        </dgm:presLayoutVars>
      </dgm:prSet>
      <dgm:spPr/>
    </dgm:pt>
    <dgm:pt modelId="{A6F875BA-199B-4793-AC9C-54F7B8FE54C8}" type="pres">
      <dgm:prSet presAssocID="{BDAC4FC1-DEDC-48E5-B1A4-FBF241B4E518}" presName="sibTrans" presStyleCnt="0"/>
      <dgm:spPr/>
    </dgm:pt>
    <dgm:pt modelId="{323382FA-D38E-401A-A683-4E1813BA9820}" type="pres">
      <dgm:prSet presAssocID="{35C79BB9-3B3D-44E7-B915-FD3697D2CE3B}" presName="compositeNode" presStyleCnt="0">
        <dgm:presLayoutVars>
          <dgm:bulletEnabled val="1"/>
        </dgm:presLayoutVars>
      </dgm:prSet>
      <dgm:spPr/>
    </dgm:pt>
    <dgm:pt modelId="{7387629F-BD72-4DD3-B35F-E76EB2E3F3D9}" type="pres">
      <dgm:prSet presAssocID="{35C79BB9-3B3D-44E7-B915-FD3697D2CE3B}" presName="bgRect" presStyleLbl="bgAccFollowNode1" presStyleIdx="5" presStyleCnt="6"/>
      <dgm:spPr/>
    </dgm:pt>
    <dgm:pt modelId="{828B56E5-B816-42E8-927B-2DFFC1BAE838}" type="pres">
      <dgm:prSet presAssocID="{580A520C-3385-48FD-8F12-852191EA7089}" presName="sibTransNodeCircle" presStyleLbl="alignNode1" presStyleIdx="10" presStyleCnt="12">
        <dgm:presLayoutVars>
          <dgm:chMax val="0"/>
          <dgm:bulletEnabled/>
        </dgm:presLayoutVars>
      </dgm:prSet>
      <dgm:spPr/>
    </dgm:pt>
    <dgm:pt modelId="{F78D0B6B-EF70-45A6-9615-36245A5CE5F8}" type="pres">
      <dgm:prSet presAssocID="{35C79BB9-3B3D-44E7-B915-FD3697D2CE3B}" presName="bottomLine" presStyleLbl="alignNode1" presStyleIdx="11" presStyleCnt="12">
        <dgm:presLayoutVars/>
      </dgm:prSet>
      <dgm:spPr/>
    </dgm:pt>
    <dgm:pt modelId="{B6B25432-EFFA-4089-A27C-836C07B69206}" type="pres">
      <dgm:prSet presAssocID="{35C79BB9-3B3D-44E7-B915-FD3697D2CE3B}" presName="nodeText" presStyleLbl="bgAccFollowNode1" presStyleIdx="5" presStyleCnt="6">
        <dgm:presLayoutVars>
          <dgm:bulletEnabled val="1"/>
        </dgm:presLayoutVars>
      </dgm:prSet>
      <dgm:spPr/>
    </dgm:pt>
  </dgm:ptLst>
  <dgm:cxnLst>
    <dgm:cxn modelId="{6DBFBB07-1F95-4B86-84FC-398CC57F76E9}" type="presOf" srcId="{535FD6A1-6568-4114-8B22-E4C212146E3F}" destId="{BD5D8C11-AE7E-4ABA-8425-B6E248D53E6C}" srcOrd="0" destOrd="0" presId="urn:microsoft.com/office/officeart/2016/7/layout/BasicLinearProcessNumbered"/>
    <dgm:cxn modelId="{764FC61E-5BFB-4C2E-ABC9-90B8E1A1D640}" srcId="{1AEB3AA7-D77F-4980-BD14-F2FA98E430D6}" destId="{D1A63826-7521-44FF-B458-CB0524EE9111}" srcOrd="1" destOrd="0" parTransId="{53BA220C-9012-4302-9343-9F02BA61964C}" sibTransId="{26E88504-9E01-4C88-8D1E-C5842E99D883}"/>
    <dgm:cxn modelId="{BB657326-6719-4657-9DD4-FA3E8611282C}" type="presOf" srcId="{F1C08A57-BCC2-4904-B745-E0CF2653831D}" destId="{AEC8B6A8-A0C9-43C6-8C52-BE56695F600D}" srcOrd="1" destOrd="0" presId="urn:microsoft.com/office/officeart/2016/7/layout/BasicLinearProcessNumbered"/>
    <dgm:cxn modelId="{4B16F232-63A5-4C94-BC1E-F8583BA2545F}" type="presOf" srcId="{9B875D65-EF01-4ED5-96DC-716A4C84D061}" destId="{8EA65DF7-E6C9-4DD2-8911-7103E4CDC803}" srcOrd="0" destOrd="0" presId="urn:microsoft.com/office/officeart/2016/7/layout/BasicLinearProcessNumbered"/>
    <dgm:cxn modelId="{A040D23C-9532-40B9-947D-DBA11DF98C61}" srcId="{1AEB3AA7-D77F-4980-BD14-F2FA98E430D6}" destId="{535FD6A1-6568-4114-8B22-E4C212146E3F}" srcOrd="4" destOrd="0" parTransId="{EBC20DAB-8D6A-4858-9F09-88E3F9C76061}" sibTransId="{BDAC4FC1-DEDC-48E5-B1A4-FBF241B4E518}"/>
    <dgm:cxn modelId="{DB81D162-34B6-419D-A039-CD0A3B6834C6}" type="presOf" srcId="{F1C08A57-BCC2-4904-B745-E0CF2653831D}" destId="{E7C9A707-CA1C-48E6-8FB1-E6B0F9376B6B}" srcOrd="0" destOrd="0" presId="urn:microsoft.com/office/officeart/2016/7/layout/BasicLinearProcessNumbered"/>
    <dgm:cxn modelId="{39BC1F43-58AF-4113-85CA-6993336B6712}" type="presOf" srcId="{666C81FB-C447-4374-92DD-AC74DA405399}" destId="{93D016B4-AAFE-4193-BA4A-C1370652A40D}" srcOrd="0" destOrd="0" presId="urn:microsoft.com/office/officeart/2016/7/layout/BasicLinearProcessNumbered"/>
    <dgm:cxn modelId="{BF12DE43-F280-4A6E-8F8B-98EA07F2EF2E}" type="presOf" srcId="{26E88504-9E01-4C88-8D1E-C5842E99D883}" destId="{2102280B-D785-4735-91BD-3A96EF4C8084}" srcOrd="0" destOrd="0" presId="urn:microsoft.com/office/officeart/2016/7/layout/BasicLinearProcessNumbered"/>
    <dgm:cxn modelId="{41BA5866-C3E0-4DDE-9EE7-6C8B156DB583}" type="presOf" srcId="{535FD6A1-6568-4114-8B22-E4C212146E3F}" destId="{F4601CF3-74BC-41E7-BB3B-A1E56A601638}" srcOrd="1" destOrd="0" presId="urn:microsoft.com/office/officeart/2016/7/layout/BasicLinearProcessNumbered"/>
    <dgm:cxn modelId="{1A034B48-66B7-4281-B141-C5DFE8246E7A}" srcId="{1AEB3AA7-D77F-4980-BD14-F2FA98E430D6}" destId="{35C79BB9-3B3D-44E7-B915-FD3697D2CE3B}" srcOrd="5" destOrd="0" parTransId="{73D7EC9D-CF08-43AB-AC54-E4C98AE7057A}" sibTransId="{580A520C-3385-48FD-8F12-852191EA7089}"/>
    <dgm:cxn modelId="{70110E6E-6506-471E-BF6A-C947634297ED}" type="presOf" srcId="{35C79BB9-3B3D-44E7-B915-FD3697D2CE3B}" destId="{7387629F-BD72-4DD3-B35F-E76EB2E3F3D9}" srcOrd="0" destOrd="0" presId="urn:microsoft.com/office/officeart/2016/7/layout/BasicLinearProcessNumbered"/>
    <dgm:cxn modelId="{B5BC2694-B832-4F48-B95D-35221D488AEB}" type="presOf" srcId="{D1A63826-7521-44FF-B458-CB0524EE9111}" destId="{5DBA7350-0806-456E-8024-97EE961F3C73}" srcOrd="1" destOrd="0" presId="urn:microsoft.com/office/officeart/2016/7/layout/BasicLinearProcessNumbered"/>
    <dgm:cxn modelId="{96D58AA6-C6B0-4563-97E6-D43F0187B9D6}" type="presOf" srcId="{1AEB3AA7-D77F-4980-BD14-F2FA98E430D6}" destId="{E61628B8-5C02-46ED-A263-E25AE4B8F39E}" srcOrd="0" destOrd="0" presId="urn:microsoft.com/office/officeart/2016/7/layout/BasicLinearProcessNumbered"/>
    <dgm:cxn modelId="{D00560A9-B588-40D8-9340-B14CD740992C}" type="presOf" srcId="{666C81FB-C447-4374-92DD-AC74DA405399}" destId="{63DE5C04-4648-42D7-BCC9-1CCEFA0BF41D}" srcOrd="1" destOrd="0" presId="urn:microsoft.com/office/officeart/2016/7/layout/BasicLinearProcessNumbered"/>
    <dgm:cxn modelId="{ACDF22AD-BEDB-4439-A81F-43AFA75336C4}" type="presOf" srcId="{2B762F3E-021D-412E-AA94-0097EA605EF1}" destId="{C2695A57-BA3A-4DC4-AA95-8839F2CE8971}" srcOrd="0" destOrd="0" presId="urn:microsoft.com/office/officeart/2016/7/layout/BasicLinearProcessNumbered"/>
    <dgm:cxn modelId="{7886C3B8-A958-4817-8EBC-CF6EFCB2A96A}" srcId="{1AEB3AA7-D77F-4980-BD14-F2FA98E430D6}" destId="{666C81FB-C447-4374-92DD-AC74DA405399}" srcOrd="3" destOrd="0" parTransId="{A35638D8-1A08-4A71-B805-101ED72A39A7}" sibTransId="{9C00D317-F4BA-4D34-8728-27F8BA41DC67}"/>
    <dgm:cxn modelId="{F7E206BA-BF21-4840-ABBC-23C9E6D3C70B}" type="presOf" srcId="{DA292F2F-6F53-4CF5-B32A-4354FEEFBE19}" destId="{D62946BF-AE5B-45F8-B898-8F452C6C8C2B}" srcOrd="0" destOrd="0" presId="urn:microsoft.com/office/officeart/2016/7/layout/BasicLinearProcessNumbered"/>
    <dgm:cxn modelId="{BAFB1BBB-7135-4BC2-ADB8-492597A9B047}" type="presOf" srcId="{D1A63826-7521-44FF-B458-CB0524EE9111}" destId="{40EAD9CC-1F6D-4661-8CC7-F2DE0259757C}" srcOrd="0" destOrd="0" presId="urn:microsoft.com/office/officeart/2016/7/layout/BasicLinearProcessNumbered"/>
    <dgm:cxn modelId="{95240ACF-5D5D-4C09-9715-A01A69B60761}" srcId="{1AEB3AA7-D77F-4980-BD14-F2FA98E430D6}" destId="{DA292F2F-6F53-4CF5-B32A-4354FEEFBE19}" srcOrd="2" destOrd="0" parTransId="{55FC7314-8C20-4F29-A38A-16C8A9A24718}" sibTransId="{9B875D65-EF01-4ED5-96DC-716A4C84D061}"/>
    <dgm:cxn modelId="{9198C4D2-F8C0-49B0-A653-5822B0DDB2A6}" type="presOf" srcId="{9C00D317-F4BA-4D34-8728-27F8BA41DC67}" destId="{C3821550-61FE-42E2-8733-805C1C1F4488}" srcOrd="0" destOrd="0" presId="urn:microsoft.com/office/officeart/2016/7/layout/BasicLinearProcessNumbered"/>
    <dgm:cxn modelId="{44BA85D3-7120-4A6E-B2AE-B1CCEBEED54E}" type="presOf" srcId="{580A520C-3385-48FD-8F12-852191EA7089}" destId="{828B56E5-B816-42E8-927B-2DFFC1BAE838}" srcOrd="0" destOrd="0" presId="urn:microsoft.com/office/officeart/2016/7/layout/BasicLinearProcessNumbered"/>
    <dgm:cxn modelId="{283961D8-D0F6-4DA0-8E52-0AB3A657ED0B}" type="presOf" srcId="{DA292F2F-6F53-4CF5-B32A-4354FEEFBE19}" destId="{166A059D-356D-43BE-914B-E143304262E7}" srcOrd="1" destOrd="0" presId="urn:microsoft.com/office/officeart/2016/7/layout/BasicLinearProcessNumbered"/>
    <dgm:cxn modelId="{E8CB89DC-0F8E-4E59-90D2-D73318DA4381}" type="presOf" srcId="{BDAC4FC1-DEDC-48E5-B1A4-FBF241B4E518}" destId="{8ADA3FD0-F504-4AE3-A001-164BEE8F08BD}" srcOrd="0" destOrd="0" presId="urn:microsoft.com/office/officeart/2016/7/layout/BasicLinearProcessNumbered"/>
    <dgm:cxn modelId="{436DA0E1-E5A6-4EE8-87DB-D5A7C32CECFB}" type="presOf" srcId="{35C79BB9-3B3D-44E7-B915-FD3697D2CE3B}" destId="{B6B25432-EFFA-4089-A27C-836C07B69206}" srcOrd="1" destOrd="0" presId="urn:microsoft.com/office/officeart/2016/7/layout/BasicLinearProcessNumbered"/>
    <dgm:cxn modelId="{63CCB9F8-FBDD-491F-8A2F-E603D7E74600}" srcId="{1AEB3AA7-D77F-4980-BD14-F2FA98E430D6}" destId="{F1C08A57-BCC2-4904-B745-E0CF2653831D}" srcOrd="0" destOrd="0" parTransId="{4ACD04CB-6586-4F1E-BDE1-EAC56DABFFFD}" sibTransId="{2B762F3E-021D-412E-AA94-0097EA605EF1}"/>
    <dgm:cxn modelId="{3A669ADD-EEEC-4D65-8109-51C3CC6C2D64}" type="presParOf" srcId="{E61628B8-5C02-46ED-A263-E25AE4B8F39E}" destId="{873B5FD1-9E9E-4C5F-ACD6-4F747DC575D5}" srcOrd="0" destOrd="0" presId="urn:microsoft.com/office/officeart/2016/7/layout/BasicLinearProcessNumbered"/>
    <dgm:cxn modelId="{F8F152F5-79FB-4A29-AC8C-F389B5EF537E}" type="presParOf" srcId="{873B5FD1-9E9E-4C5F-ACD6-4F747DC575D5}" destId="{E7C9A707-CA1C-48E6-8FB1-E6B0F9376B6B}" srcOrd="0" destOrd="0" presId="urn:microsoft.com/office/officeart/2016/7/layout/BasicLinearProcessNumbered"/>
    <dgm:cxn modelId="{62A7A341-B68E-411F-BC87-2322AAA9619A}" type="presParOf" srcId="{873B5FD1-9E9E-4C5F-ACD6-4F747DC575D5}" destId="{C2695A57-BA3A-4DC4-AA95-8839F2CE8971}" srcOrd="1" destOrd="0" presId="urn:microsoft.com/office/officeart/2016/7/layout/BasicLinearProcessNumbered"/>
    <dgm:cxn modelId="{8D539503-BA6F-4845-A422-A7E80A0353DB}" type="presParOf" srcId="{873B5FD1-9E9E-4C5F-ACD6-4F747DC575D5}" destId="{006E732A-04F1-4174-B73E-61A5097352D1}" srcOrd="2" destOrd="0" presId="urn:microsoft.com/office/officeart/2016/7/layout/BasicLinearProcessNumbered"/>
    <dgm:cxn modelId="{771532B4-9BAB-4F4A-B46F-9EBDD36DBD19}" type="presParOf" srcId="{873B5FD1-9E9E-4C5F-ACD6-4F747DC575D5}" destId="{AEC8B6A8-A0C9-43C6-8C52-BE56695F600D}" srcOrd="3" destOrd="0" presId="urn:microsoft.com/office/officeart/2016/7/layout/BasicLinearProcessNumbered"/>
    <dgm:cxn modelId="{4A437801-8408-4814-8C31-404F4A4404F8}" type="presParOf" srcId="{E61628B8-5C02-46ED-A263-E25AE4B8F39E}" destId="{4D582AA4-CDA4-4697-902B-3AAE95033359}" srcOrd="1" destOrd="0" presId="urn:microsoft.com/office/officeart/2016/7/layout/BasicLinearProcessNumbered"/>
    <dgm:cxn modelId="{EFCA0DF2-6ED2-4201-BC9D-7053B5E89B86}" type="presParOf" srcId="{E61628B8-5C02-46ED-A263-E25AE4B8F39E}" destId="{0C37E31D-2E6F-4CC8-9F73-C67725860246}" srcOrd="2" destOrd="0" presId="urn:microsoft.com/office/officeart/2016/7/layout/BasicLinearProcessNumbered"/>
    <dgm:cxn modelId="{2A729DCC-53AD-4C7B-94B3-38A074E2BD69}" type="presParOf" srcId="{0C37E31D-2E6F-4CC8-9F73-C67725860246}" destId="{40EAD9CC-1F6D-4661-8CC7-F2DE0259757C}" srcOrd="0" destOrd="0" presId="urn:microsoft.com/office/officeart/2016/7/layout/BasicLinearProcessNumbered"/>
    <dgm:cxn modelId="{C95E8FBE-688D-44CE-8ED0-AF70CC481647}" type="presParOf" srcId="{0C37E31D-2E6F-4CC8-9F73-C67725860246}" destId="{2102280B-D785-4735-91BD-3A96EF4C8084}" srcOrd="1" destOrd="0" presId="urn:microsoft.com/office/officeart/2016/7/layout/BasicLinearProcessNumbered"/>
    <dgm:cxn modelId="{0A301078-D13C-4D94-8BCB-ED34BE82E2F9}" type="presParOf" srcId="{0C37E31D-2E6F-4CC8-9F73-C67725860246}" destId="{E0EB4792-B724-4EDF-AD66-06946B90DB0B}" srcOrd="2" destOrd="0" presId="urn:microsoft.com/office/officeart/2016/7/layout/BasicLinearProcessNumbered"/>
    <dgm:cxn modelId="{C0335FD6-FD9A-4AC1-9D9A-FF425CB93CAB}" type="presParOf" srcId="{0C37E31D-2E6F-4CC8-9F73-C67725860246}" destId="{5DBA7350-0806-456E-8024-97EE961F3C73}" srcOrd="3" destOrd="0" presId="urn:microsoft.com/office/officeart/2016/7/layout/BasicLinearProcessNumbered"/>
    <dgm:cxn modelId="{DC385FF8-AC5C-4003-B800-84C0176568D1}" type="presParOf" srcId="{E61628B8-5C02-46ED-A263-E25AE4B8F39E}" destId="{00A008D6-1751-4061-B3EE-7A04387CC367}" srcOrd="3" destOrd="0" presId="urn:microsoft.com/office/officeart/2016/7/layout/BasicLinearProcessNumbered"/>
    <dgm:cxn modelId="{7AEED175-74E5-4182-A9D3-50591D826AE9}" type="presParOf" srcId="{E61628B8-5C02-46ED-A263-E25AE4B8F39E}" destId="{0DA7E0F1-4438-4F74-B0D1-6A6591FC08D9}" srcOrd="4" destOrd="0" presId="urn:microsoft.com/office/officeart/2016/7/layout/BasicLinearProcessNumbered"/>
    <dgm:cxn modelId="{73EE0CA9-D9DC-462A-A158-7EF7A2DD79F8}" type="presParOf" srcId="{0DA7E0F1-4438-4F74-B0D1-6A6591FC08D9}" destId="{D62946BF-AE5B-45F8-B898-8F452C6C8C2B}" srcOrd="0" destOrd="0" presId="urn:microsoft.com/office/officeart/2016/7/layout/BasicLinearProcessNumbered"/>
    <dgm:cxn modelId="{370954A7-2C17-419F-B4BB-AC5434799F80}" type="presParOf" srcId="{0DA7E0F1-4438-4F74-B0D1-6A6591FC08D9}" destId="{8EA65DF7-E6C9-4DD2-8911-7103E4CDC803}" srcOrd="1" destOrd="0" presId="urn:microsoft.com/office/officeart/2016/7/layout/BasicLinearProcessNumbered"/>
    <dgm:cxn modelId="{6F1EF4FA-42DD-4597-B714-8744F8604917}" type="presParOf" srcId="{0DA7E0F1-4438-4F74-B0D1-6A6591FC08D9}" destId="{F8AB264B-ED6C-47F8-A1BD-6CEED9034483}" srcOrd="2" destOrd="0" presId="urn:microsoft.com/office/officeart/2016/7/layout/BasicLinearProcessNumbered"/>
    <dgm:cxn modelId="{D1783B3E-0D1F-47FD-8526-FA25306CAEF8}" type="presParOf" srcId="{0DA7E0F1-4438-4F74-B0D1-6A6591FC08D9}" destId="{166A059D-356D-43BE-914B-E143304262E7}" srcOrd="3" destOrd="0" presId="urn:microsoft.com/office/officeart/2016/7/layout/BasicLinearProcessNumbered"/>
    <dgm:cxn modelId="{21015878-697D-443C-B70C-81CDA791E587}" type="presParOf" srcId="{E61628B8-5C02-46ED-A263-E25AE4B8F39E}" destId="{D562158F-F49B-4ACB-8B4F-B3AA6E24543C}" srcOrd="5" destOrd="0" presId="urn:microsoft.com/office/officeart/2016/7/layout/BasicLinearProcessNumbered"/>
    <dgm:cxn modelId="{E44C40DE-8686-449F-B6A3-B5135578E2A4}" type="presParOf" srcId="{E61628B8-5C02-46ED-A263-E25AE4B8F39E}" destId="{015C3FDF-EBD9-40C7-8504-C236BA14EA04}" srcOrd="6" destOrd="0" presId="urn:microsoft.com/office/officeart/2016/7/layout/BasicLinearProcessNumbered"/>
    <dgm:cxn modelId="{4CD2C58F-7017-42AB-8EE1-4CD6B4EA6F50}" type="presParOf" srcId="{015C3FDF-EBD9-40C7-8504-C236BA14EA04}" destId="{93D016B4-AAFE-4193-BA4A-C1370652A40D}" srcOrd="0" destOrd="0" presId="urn:microsoft.com/office/officeart/2016/7/layout/BasicLinearProcessNumbered"/>
    <dgm:cxn modelId="{986FC119-BF09-4131-A61D-D449B312B0EA}" type="presParOf" srcId="{015C3FDF-EBD9-40C7-8504-C236BA14EA04}" destId="{C3821550-61FE-42E2-8733-805C1C1F4488}" srcOrd="1" destOrd="0" presId="urn:microsoft.com/office/officeart/2016/7/layout/BasicLinearProcessNumbered"/>
    <dgm:cxn modelId="{3BCDEB48-A919-472D-83E0-EA12BF7BB994}" type="presParOf" srcId="{015C3FDF-EBD9-40C7-8504-C236BA14EA04}" destId="{EA799301-BDCC-449C-B274-97D17781D99A}" srcOrd="2" destOrd="0" presId="urn:microsoft.com/office/officeart/2016/7/layout/BasicLinearProcessNumbered"/>
    <dgm:cxn modelId="{B0DDDA7B-4A59-4613-B9C9-3B73C2680160}" type="presParOf" srcId="{015C3FDF-EBD9-40C7-8504-C236BA14EA04}" destId="{63DE5C04-4648-42D7-BCC9-1CCEFA0BF41D}" srcOrd="3" destOrd="0" presId="urn:microsoft.com/office/officeart/2016/7/layout/BasicLinearProcessNumbered"/>
    <dgm:cxn modelId="{095EFC90-96DC-46EE-90F5-F2BE5CD751FF}" type="presParOf" srcId="{E61628B8-5C02-46ED-A263-E25AE4B8F39E}" destId="{869BEE8A-7530-4A2D-B315-C24636384D12}" srcOrd="7" destOrd="0" presId="urn:microsoft.com/office/officeart/2016/7/layout/BasicLinearProcessNumbered"/>
    <dgm:cxn modelId="{530BCC6B-DA03-470B-88C8-17EEBEDEAA11}" type="presParOf" srcId="{E61628B8-5C02-46ED-A263-E25AE4B8F39E}" destId="{964ADC75-763E-4842-9350-EA7378ABACFB}" srcOrd="8" destOrd="0" presId="urn:microsoft.com/office/officeart/2016/7/layout/BasicLinearProcessNumbered"/>
    <dgm:cxn modelId="{84B54133-EE37-40B4-AD10-85332E83E447}" type="presParOf" srcId="{964ADC75-763E-4842-9350-EA7378ABACFB}" destId="{BD5D8C11-AE7E-4ABA-8425-B6E248D53E6C}" srcOrd="0" destOrd="0" presId="urn:microsoft.com/office/officeart/2016/7/layout/BasicLinearProcessNumbered"/>
    <dgm:cxn modelId="{79DDC174-3683-4565-8FFE-B47FC7003127}" type="presParOf" srcId="{964ADC75-763E-4842-9350-EA7378ABACFB}" destId="{8ADA3FD0-F504-4AE3-A001-164BEE8F08BD}" srcOrd="1" destOrd="0" presId="urn:microsoft.com/office/officeart/2016/7/layout/BasicLinearProcessNumbered"/>
    <dgm:cxn modelId="{ABD83076-E1C0-4CF3-B18F-F7E0BB6F296D}" type="presParOf" srcId="{964ADC75-763E-4842-9350-EA7378ABACFB}" destId="{048DD0B8-2C34-4EB1-B51C-0FF0D029FB27}" srcOrd="2" destOrd="0" presId="urn:microsoft.com/office/officeart/2016/7/layout/BasicLinearProcessNumbered"/>
    <dgm:cxn modelId="{E10FA749-7410-41E5-92C0-95BCF534A608}" type="presParOf" srcId="{964ADC75-763E-4842-9350-EA7378ABACFB}" destId="{F4601CF3-74BC-41E7-BB3B-A1E56A601638}" srcOrd="3" destOrd="0" presId="urn:microsoft.com/office/officeart/2016/7/layout/BasicLinearProcessNumbered"/>
    <dgm:cxn modelId="{64720603-2E8A-4682-BCD4-AC6EFAE6415D}" type="presParOf" srcId="{E61628B8-5C02-46ED-A263-E25AE4B8F39E}" destId="{A6F875BA-199B-4793-AC9C-54F7B8FE54C8}" srcOrd="9" destOrd="0" presId="urn:microsoft.com/office/officeart/2016/7/layout/BasicLinearProcessNumbered"/>
    <dgm:cxn modelId="{6033E60C-E53D-4FAB-98FF-6519D29062B5}" type="presParOf" srcId="{E61628B8-5C02-46ED-A263-E25AE4B8F39E}" destId="{323382FA-D38E-401A-A683-4E1813BA9820}" srcOrd="10" destOrd="0" presId="urn:microsoft.com/office/officeart/2016/7/layout/BasicLinearProcessNumbered"/>
    <dgm:cxn modelId="{213A0BA4-65BD-4E15-9E38-AB47A5F08134}" type="presParOf" srcId="{323382FA-D38E-401A-A683-4E1813BA9820}" destId="{7387629F-BD72-4DD3-B35F-E76EB2E3F3D9}" srcOrd="0" destOrd="0" presId="urn:microsoft.com/office/officeart/2016/7/layout/BasicLinearProcessNumbered"/>
    <dgm:cxn modelId="{16C89A4C-5E68-4654-84D0-0FC033C17A0D}" type="presParOf" srcId="{323382FA-D38E-401A-A683-4E1813BA9820}" destId="{828B56E5-B816-42E8-927B-2DFFC1BAE838}" srcOrd="1" destOrd="0" presId="urn:microsoft.com/office/officeart/2016/7/layout/BasicLinearProcessNumbered"/>
    <dgm:cxn modelId="{D8D2A673-866C-4B19-86D4-CCAE8F3001C6}" type="presParOf" srcId="{323382FA-D38E-401A-A683-4E1813BA9820}" destId="{F78D0B6B-EF70-45A6-9615-36245A5CE5F8}" srcOrd="2" destOrd="0" presId="urn:microsoft.com/office/officeart/2016/7/layout/BasicLinearProcessNumbered"/>
    <dgm:cxn modelId="{99B71091-05CB-42BC-B8A5-0FEF11F7A5E0}" type="presParOf" srcId="{323382FA-D38E-401A-A683-4E1813BA9820}" destId="{B6B25432-EFFA-4089-A27C-836C07B69206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B83FD7-91C8-4D22-93D4-1EDB2B7A1162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159568-A157-40BE-8BE1-F59B54C7A8D1}">
      <dgm:prSet/>
      <dgm:spPr>
        <a:ln>
          <a:solidFill>
            <a:schemeClr val="tx2"/>
          </a:solidFill>
        </a:ln>
      </dgm:spPr>
      <dgm:t>
        <a:bodyPr/>
        <a:lstStyle/>
        <a:p>
          <a:r>
            <a:rPr lang="en-US"/>
            <a:t>Train: 70%</a:t>
          </a:r>
        </a:p>
      </dgm:t>
    </dgm:pt>
    <dgm:pt modelId="{37C43776-8524-4B75-918C-E8946FEA0E60}" type="parTrans" cxnId="{6673BBAB-DCDC-4CA0-ACA1-801EC980A1AC}">
      <dgm:prSet/>
      <dgm:spPr/>
      <dgm:t>
        <a:bodyPr/>
        <a:lstStyle/>
        <a:p>
          <a:endParaRPr lang="en-US"/>
        </a:p>
      </dgm:t>
    </dgm:pt>
    <dgm:pt modelId="{EE22A2DD-DBBD-439A-9EE4-B3E4635D1DCD}" type="sibTrans" cxnId="{6673BBAB-DCDC-4CA0-ACA1-801EC980A1AC}">
      <dgm:prSet/>
      <dgm:spPr/>
      <dgm:t>
        <a:bodyPr/>
        <a:lstStyle/>
        <a:p>
          <a:endParaRPr lang="en-US"/>
        </a:p>
      </dgm:t>
    </dgm:pt>
    <dgm:pt modelId="{CAE70E28-8F97-4623-9811-4ABFC7B74C5E}">
      <dgm:prSet/>
      <dgm:spPr>
        <a:ln>
          <a:solidFill>
            <a:schemeClr val="tx2"/>
          </a:solidFill>
        </a:ln>
      </dgm:spPr>
      <dgm:t>
        <a:bodyPr/>
        <a:lstStyle/>
        <a:p>
          <a:r>
            <a:rPr lang="en-US"/>
            <a:t>Dev: 15%</a:t>
          </a:r>
        </a:p>
      </dgm:t>
    </dgm:pt>
    <dgm:pt modelId="{8F6B63E4-DE3A-4816-A42B-F6DB51DB9BC6}" type="parTrans" cxnId="{7B3DA4FF-52A4-444B-99A7-BC9D9911E56A}">
      <dgm:prSet/>
      <dgm:spPr/>
      <dgm:t>
        <a:bodyPr/>
        <a:lstStyle/>
        <a:p>
          <a:endParaRPr lang="en-US"/>
        </a:p>
      </dgm:t>
    </dgm:pt>
    <dgm:pt modelId="{5614A901-60FA-40E3-88E5-62CF96E18E86}" type="sibTrans" cxnId="{7B3DA4FF-52A4-444B-99A7-BC9D9911E56A}">
      <dgm:prSet/>
      <dgm:spPr/>
      <dgm:t>
        <a:bodyPr/>
        <a:lstStyle/>
        <a:p>
          <a:endParaRPr lang="en-US"/>
        </a:p>
      </dgm:t>
    </dgm:pt>
    <dgm:pt modelId="{35770355-E7E7-42FE-BAA3-C1797C90C693}">
      <dgm:prSet/>
      <dgm:spPr>
        <a:ln>
          <a:solidFill>
            <a:schemeClr val="tx2"/>
          </a:solidFill>
        </a:ln>
      </dgm:spPr>
      <dgm:t>
        <a:bodyPr/>
        <a:lstStyle/>
        <a:p>
          <a:r>
            <a:rPr lang="en-US"/>
            <a:t>Test: 15%</a:t>
          </a:r>
        </a:p>
      </dgm:t>
    </dgm:pt>
    <dgm:pt modelId="{C03E1838-78D0-49C3-B417-862C5D96AA07}" type="parTrans" cxnId="{626BB65C-9CE8-4969-A602-4E13E1183F73}">
      <dgm:prSet/>
      <dgm:spPr/>
      <dgm:t>
        <a:bodyPr/>
        <a:lstStyle/>
        <a:p>
          <a:endParaRPr lang="en-US"/>
        </a:p>
      </dgm:t>
    </dgm:pt>
    <dgm:pt modelId="{CBF83682-07B0-4085-8D6B-DBED25405B1C}" type="sibTrans" cxnId="{626BB65C-9CE8-4969-A602-4E13E1183F73}">
      <dgm:prSet/>
      <dgm:spPr/>
      <dgm:t>
        <a:bodyPr/>
        <a:lstStyle/>
        <a:p>
          <a:endParaRPr lang="en-US"/>
        </a:p>
      </dgm:t>
    </dgm:pt>
    <dgm:pt modelId="{9453E677-89BA-40C6-A1BA-AE2874DC9F14}">
      <dgm:prSet/>
      <dgm:spPr>
        <a:ln>
          <a:solidFill>
            <a:schemeClr val="tx2"/>
          </a:solidFill>
        </a:ln>
      </dgm:spPr>
      <dgm:t>
        <a:bodyPr/>
        <a:lstStyle/>
        <a:p>
          <a:r>
            <a:rPr lang="en-US"/>
            <a:t>Stratified split to maintain label balance</a:t>
          </a:r>
        </a:p>
      </dgm:t>
    </dgm:pt>
    <dgm:pt modelId="{C95292D0-DC0C-4777-BDBF-22D21F5ACA18}" type="parTrans" cxnId="{BD6752C1-D136-45A4-9924-75802E7440E1}">
      <dgm:prSet/>
      <dgm:spPr/>
      <dgm:t>
        <a:bodyPr/>
        <a:lstStyle/>
        <a:p>
          <a:endParaRPr lang="en-US"/>
        </a:p>
      </dgm:t>
    </dgm:pt>
    <dgm:pt modelId="{A6340D9A-78C7-4A64-9E3E-FD711B1547C7}" type="sibTrans" cxnId="{BD6752C1-D136-45A4-9924-75802E7440E1}">
      <dgm:prSet/>
      <dgm:spPr/>
      <dgm:t>
        <a:bodyPr/>
        <a:lstStyle/>
        <a:p>
          <a:endParaRPr lang="en-US"/>
        </a:p>
      </dgm:t>
    </dgm:pt>
    <dgm:pt modelId="{8303E6A2-1898-4766-9E9B-B66BB73B6AC8}" type="pres">
      <dgm:prSet presAssocID="{2AB83FD7-91C8-4D22-93D4-1EDB2B7A1162}" presName="diagram" presStyleCnt="0">
        <dgm:presLayoutVars>
          <dgm:dir/>
          <dgm:resizeHandles val="exact"/>
        </dgm:presLayoutVars>
      </dgm:prSet>
      <dgm:spPr/>
    </dgm:pt>
    <dgm:pt modelId="{FC071959-3C4E-4DF5-87F1-B1D81B22287D}" type="pres">
      <dgm:prSet presAssocID="{02159568-A157-40BE-8BE1-F59B54C7A8D1}" presName="arrow" presStyleLbl="node1" presStyleIdx="0" presStyleCnt="4">
        <dgm:presLayoutVars>
          <dgm:bulletEnabled val="1"/>
        </dgm:presLayoutVars>
      </dgm:prSet>
      <dgm:spPr/>
    </dgm:pt>
    <dgm:pt modelId="{B8AB8103-351B-4D00-B026-8E6CBE78890B}" type="pres">
      <dgm:prSet presAssocID="{CAE70E28-8F97-4623-9811-4ABFC7B74C5E}" presName="arrow" presStyleLbl="node1" presStyleIdx="1" presStyleCnt="4">
        <dgm:presLayoutVars>
          <dgm:bulletEnabled val="1"/>
        </dgm:presLayoutVars>
      </dgm:prSet>
      <dgm:spPr/>
    </dgm:pt>
    <dgm:pt modelId="{39CD5F0C-B9FC-4256-ABC5-496B5F66578A}" type="pres">
      <dgm:prSet presAssocID="{35770355-E7E7-42FE-BAA3-C1797C90C693}" presName="arrow" presStyleLbl="node1" presStyleIdx="2" presStyleCnt="4">
        <dgm:presLayoutVars>
          <dgm:bulletEnabled val="1"/>
        </dgm:presLayoutVars>
      </dgm:prSet>
      <dgm:spPr/>
    </dgm:pt>
    <dgm:pt modelId="{A28B2E53-1BFB-408E-8984-8D2156D37A43}" type="pres">
      <dgm:prSet presAssocID="{9453E677-89BA-40C6-A1BA-AE2874DC9F14}" presName="arrow" presStyleLbl="node1" presStyleIdx="3" presStyleCnt="4">
        <dgm:presLayoutVars>
          <dgm:bulletEnabled val="1"/>
        </dgm:presLayoutVars>
      </dgm:prSet>
      <dgm:spPr/>
    </dgm:pt>
  </dgm:ptLst>
  <dgm:cxnLst>
    <dgm:cxn modelId="{626BB65C-9CE8-4969-A602-4E13E1183F73}" srcId="{2AB83FD7-91C8-4D22-93D4-1EDB2B7A1162}" destId="{35770355-E7E7-42FE-BAA3-C1797C90C693}" srcOrd="2" destOrd="0" parTransId="{C03E1838-78D0-49C3-B417-862C5D96AA07}" sibTransId="{CBF83682-07B0-4085-8D6B-DBED25405B1C}"/>
    <dgm:cxn modelId="{113A8A73-DDFD-4F1C-B25D-B58EC00AA358}" type="presOf" srcId="{CAE70E28-8F97-4623-9811-4ABFC7B74C5E}" destId="{B8AB8103-351B-4D00-B026-8E6CBE78890B}" srcOrd="0" destOrd="0" presId="urn:microsoft.com/office/officeart/2005/8/layout/arrow5"/>
    <dgm:cxn modelId="{FB3C5457-17BB-4460-B4E0-9FB721555019}" type="presOf" srcId="{2AB83FD7-91C8-4D22-93D4-1EDB2B7A1162}" destId="{8303E6A2-1898-4766-9E9B-B66BB73B6AC8}" srcOrd="0" destOrd="0" presId="urn:microsoft.com/office/officeart/2005/8/layout/arrow5"/>
    <dgm:cxn modelId="{4ADE347B-9FB2-438E-9540-4C3E5087ABC3}" type="presOf" srcId="{9453E677-89BA-40C6-A1BA-AE2874DC9F14}" destId="{A28B2E53-1BFB-408E-8984-8D2156D37A43}" srcOrd="0" destOrd="0" presId="urn:microsoft.com/office/officeart/2005/8/layout/arrow5"/>
    <dgm:cxn modelId="{6AFD888E-7DB6-4E3A-95E9-5377E942005B}" type="presOf" srcId="{02159568-A157-40BE-8BE1-F59B54C7A8D1}" destId="{FC071959-3C4E-4DF5-87F1-B1D81B22287D}" srcOrd="0" destOrd="0" presId="urn:microsoft.com/office/officeart/2005/8/layout/arrow5"/>
    <dgm:cxn modelId="{6673BBAB-DCDC-4CA0-ACA1-801EC980A1AC}" srcId="{2AB83FD7-91C8-4D22-93D4-1EDB2B7A1162}" destId="{02159568-A157-40BE-8BE1-F59B54C7A8D1}" srcOrd="0" destOrd="0" parTransId="{37C43776-8524-4B75-918C-E8946FEA0E60}" sibTransId="{EE22A2DD-DBBD-439A-9EE4-B3E4635D1DCD}"/>
    <dgm:cxn modelId="{BD6752C1-D136-45A4-9924-75802E7440E1}" srcId="{2AB83FD7-91C8-4D22-93D4-1EDB2B7A1162}" destId="{9453E677-89BA-40C6-A1BA-AE2874DC9F14}" srcOrd="3" destOrd="0" parTransId="{C95292D0-DC0C-4777-BDBF-22D21F5ACA18}" sibTransId="{A6340D9A-78C7-4A64-9E3E-FD711B1547C7}"/>
    <dgm:cxn modelId="{7F48D6F1-B54C-4CEB-A565-04313A27E5FC}" type="presOf" srcId="{35770355-E7E7-42FE-BAA3-C1797C90C693}" destId="{39CD5F0C-B9FC-4256-ABC5-496B5F66578A}" srcOrd="0" destOrd="0" presId="urn:microsoft.com/office/officeart/2005/8/layout/arrow5"/>
    <dgm:cxn modelId="{7B3DA4FF-52A4-444B-99A7-BC9D9911E56A}" srcId="{2AB83FD7-91C8-4D22-93D4-1EDB2B7A1162}" destId="{CAE70E28-8F97-4623-9811-4ABFC7B74C5E}" srcOrd="1" destOrd="0" parTransId="{8F6B63E4-DE3A-4816-A42B-F6DB51DB9BC6}" sibTransId="{5614A901-60FA-40E3-88E5-62CF96E18E86}"/>
    <dgm:cxn modelId="{5977A316-7802-425B-81D2-D02844D55182}" type="presParOf" srcId="{8303E6A2-1898-4766-9E9B-B66BB73B6AC8}" destId="{FC071959-3C4E-4DF5-87F1-B1D81B22287D}" srcOrd="0" destOrd="0" presId="urn:microsoft.com/office/officeart/2005/8/layout/arrow5"/>
    <dgm:cxn modelId="{0F6F8747-7774-45E3-B9F2-9549C9D5C7C9}" type="presParOf" srcId="{8303E6A2-1898-4766-9E9B-B66BB73B6AC8}" destId="{B8AB8103-351B-4D00-B026-8E6CBE78890B}" srcOrd="1" destOrd="0" presId="urn:microsoft.com/office/officeart/2005/8/layout/arrow5"/>
    <dgm:cxn modelId="{05ED4A17-F913-4CC3-B06A-7333894A266B}" type="presParOf" srcId="{8303E6A2-1898-4766-9E9B-B66BB73B6AC8}" destId="{39CD5F0C-B9FC-4256-ABC5-496B5F66578A}" srcOrd="2" destOrd="0" presId="urn:microsoft.com/office/officeart/2005/8/layout/arrow5"/>
    <dgm:cxn modelId="{DD37BAB9-0485-4DD5-8FEC-37754B0B8240}" type="presParOf" srcId="{8303E6A2-1898-4766-9E9B-B66BB73B6AC8}" destId="{A28B2E53-1BFB-408E-8984-8D2156D37A43}" srcOrd="3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9A0120E-4ACA-4E63-95D3-EAE29583E9FD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3D0D157-49DF-4C96-AE2A-A3841C971A88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/>
            <a:t>Very fast model</a:t>
          </a:r>
        </a:p>
      </dgm:t>
    </dgm:pt>
    <dgm:pt modelId="{E6F16184-A2B4-4151-AF69-B2F212E6C193}" type="parTrans" cxnId="{2AFFF331-2348-42FE-BA9C-E90249D1227F}">
      <dgm:prSet/>
      <dgm:spPr/>
      <dgm:t>
        <a:bodyPr/>
        <a:lstStyle/>
        <a:p>
          <a:endParaRPr lang="en-US"/>
        </a:p>
      </dgm:t>
    </dgm:pt>
    <dgm:pt modelId="{09B9BBE8-16A9-4515-A392-EF1F27EE65D4}" type="sibTrans" cxnId="{2AFFF331-2348-42FE-BA9C-E90249D1227F}">
      <dgm:prSet/>
      <dgm:spPr/>
      <dgm:t>
        <a:bodyPr/>
        <a:lstStyle/>
        <a:p>
          <a:endParaRPr lang="en-US"/>
        </a:p>
      </dgm:t>
    </dgm:pt>
    <dgm:pt modelId="{AA497C30-F78B-4610-B901-E7960F5D56C5}">
      <dgm:prSet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/>
            <a:t>Works well with bag‑of‑words</a:t>
          </a:r>
        </a:p>
      </dgm:t>
    </dgm:pt>
    <dgm:pt modelId="{43185AF5-E66C-4149-9385-AE7911A8BA40}" type="parTrans" cxnId="{D89509A3-F7C3-4326-8264-BE03F04D5908}">
      <dgm:prSet/>
      <dgm:spPr/>
      <dgm:t>
        <a:bodyPr/>
        <a:lstStyle/>
        <a:p>
          <a:endParaRPr lang="en-US"/>
        </a:p>
      </dgm:t>
    </dgm:pt>
    <dgm:pt modelId="{D28A3115-1284-4853-91EB-701E213AA385}" type="sibTrans" cxnId="{D89509A3-F7C3-4326-8264-BE03F04D5908}">
      <dgm:prSet/>
      <dgm:spPr/>
      <dgm:t>
        <a:bodyPr/>
        <a:lstStyle/>
        <a:p>
          <a:endParaRPr lang="en-US"/>
        </a:p>
      </dgm:t>
    </dgm:pt>
    <dgm:pt modelId="{E48BF4FA-4923-45DC-93B0-915170682557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/>
            <a:t>Tuned smoothing parameter α</a:t>
          </a:r>
        </a:p>
      </dgm:t>
    </dgm:pt>
    <dgm:pt modelId="{AF77D11B-BB57-4BA9-8CC1-10C1964A76D8}" type="parTrans" cxnId="{16E72F2E-397F-4AB6-94ED-CD48D2AEDA15}">
      <dgm:prSet/>
      <dgm:spPr/>
      <dgm:t>
        <a:bodyPr/>
        <a:lstStyle/>
        <a:p>
          <a:endParaRPr lang="en-US"/>
        </a:p>
      </dgm:t>
    </dgm:pt>
    <dgm:pt modelId="{6A837EF8-1BAD-4DF7-B3C9-8C913C8FF20E}" type="sibTrans" cxnId="{16E72F2E-397F-4AB6-94ED-CD48D2AEDA15}">
      <dgm:prSet/>
      <dgm:spPr/>
      <dgm:t>
        <a:bodyPr/>
        <a:lstStyle/>
        <a:p>
          <a:endParaRPr lang="en-US"/>
        </a:p>
      </dgm:t>
    </dgm:pt>
    <dgm:pt modelId="{A094947F-E02D-4C4D-8EB0-147F06DBB57C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/>
            <a:t>Lower accuracy than LR</a:t>
          </a:r>
        </a:p>
      </dgm:t>
    </dgm:pt>
    <dgm:pt modelId="{22B37FC1-9818-4B52-9C47-2BB7ED63FF99}" type="parTrans" cxnId="{4A7D9BB0-94DB-4131-811A-4C954B649C27}">
      <dgm:prSet/>
      <dgm:spPr/>
      <dgm:t>
        <a:bodyPr/>
        <a:lstStyle/>
        <a:p>
          <a:endParaRPr lang="en-US"/>
        </a:p>
      </dgm:t>
    </dgm:pt>
    <dgm:pt modelId="{9406C86E-2ECE-474B-9C35-0854A6BCFE46}" type="sibTrans" cxnId="{4A7D9BB0-94DB-4131-811A-4C954B649C27}">
      <dgm:prSet/>
      <dgm:spPr/>
      <dgm:t>
        <a:bodyPr/>
        <a:lstStyle/>
        <a:p>
          <a:endParaRPr lang="en-US"/>
        </a:p>
      </dgm:t>
    </dgm:pt>
    <dgm:pt modelId="{37436C35-0D2D-4D8B-9578-C51845449D7B}" type="pres">
      <dgm:prSet presAssocID="{F9A0120E-4ACA-4E63-95D3-EAE29583E9FD}" presName="compositeShape" presStyleCnt="0">
        <dgm:presLayoutVars>
          <dgm:chMax val="7"/>
          <dgm:dir/>
          <dgm:resizeHandles val="exact"/>
        </dgm:presLayoutVars>
      </dgm:prSet>
      <dgm:spPr/>
    </dgm:pt>
    <dgm:pt modelId="{86870304-D03B-423A-8918-44D581AF5015}" type="pres">
      <dgm:prSet presAssocID="{F9A0120E-4ACA-4E63-95D3-EAE29583E9FD}" presName="wedge1" presStyleLbl="node1" presStyleIdx="0" presStyleCnt="4"/>
      <dgm:spPr/>
    </dgm:pt>
    <dgm:pt modelId="{CF8B6A12-3730-46B3-A847-15C7E543F151}" type="pres">
      <dgm:prSet presAssocID="{F9A0120E-4ACA-4E63-95D3-EAE29583E9FD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CE265C1-F36F-479B-A816-8082F63DFFB5}" type="pres">
      <dgm:prSet presAssocID="{F9A0120E-4ACA-4E63-95D3-EAE29583E9FD}" presName="wedge2" presStyleLbl="node1" presStyleIdx="1" presStyleCnt="4"/>
      <dgm:spPr/>
    </dgm:pt>
    <dgm:pt modelId="{AE320900-E323-4353-B967-AC7FBECFDD82}" type="pres">
      <dgm:prSet presAssocID="{F9A0120E-4ACA-4E63-95D3-EAE29583E9FD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8016BCF-DAB1-42C6-98B6-7ECCDA96A6FE}" type="pres">
      <dgm:prSet presAssocID="{F9A0120E-4ACA-4E63-95D3-EAE29583E9FD}" presName="wedge3" presStyleLbl="node1" presStyleIdx="2" presStyleCnt="4"/>
      <dgm:spPr/>
    </dgm:pt>
    <dgm:pt modelId="{857EC6A7-63B1-4CEA-9595-9A93281F69B4}" type="pres">
      <dgm:prSet presAssocID="{F9A0120E-4ACA-4E63-95D3-EAE29583E9FD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D96B913-6BD0-4EBF-A103-375D1B620C11}" type="pres">
      <dgm:prSet presAssocID="{F9A0120E-4ACA-4E63-95D3-EAE29583E9FD}" presName="wedge4" presStyleLbl="node1" presStyleIdx="3" presStyleCnt="4"/>
      <dgm:spPr/>
    </dgm:pt>
    <dgm:pt modelId="{8D7F89F4-85D8-439A-B13A-FE1713B0405A}" type="pres">
      <dgm:prSet presAssocID="{F9A0120E-4ACA-4E63-95D3-EAE29583E9FD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BE7D01E-2BCC-47EA-A32B-62D6E78E4504}" type="presOf" srcId="{AA497C30-F78B-4610-B901-E7960F5D56C5}" destId="{3CE265C1-F36F-479B-A816-8082F63DFFB5}" srcOrd="0" destOrd="0" presId="urn:microsoft.com/office/officeart/2005/8/layout/chart3"/>
    <dgm:cxn modelId="{16E72F2E-397F-4AB6-94ED-CD48D2AEDA15}" srcId="{F9A0120E-4ACA-4E63-95D3-EAE29583E9FD}" destId="{E48BF4FA-4923-45DC-93B0-915170682557}" srcOrd="2" destOrd="0" parTransId="{AF77D11B-BB57-4BA9-8CC1-10C1964A76D8}" sibTransId="{6A837EF8-1BAD-4DF7-B3C9-8C913C8FF20E}"/>
    <dgm:cxn modelId="{2AFFF331-2348-42FE-BA9C-E90249D1227F}" srcId="{F9A0120E-4ACA-4E63-95D3-EAE29583E9FD}" destId="{33D0D157-49DF-4C96-AE2A-A3841C971A88}" srcOrd="0" destOrd="0" parTransId="{E6F16184-A2B4-4151-AF69-B2F212E6C193}" sibTransId="{09B9BBE8-16A9-4515-A392-EF1F27EE65D4}"/>
    <dgm:cxn modelId="{748C4F6A-9F0E-4781-9513-5B8075918AE0}" type="presOf" srcId="{E48BF4FA-4923-45DC-93B0-915170682557}" destId="{857EC6A7-63B1-4CEA-9595-9A93281F69B4}" srcOrd="1" destOrd="0" presId="urn:microsoft.com/office/officeart/2005/8/layout/chart3"/>
    <dgm:cxn modelId="{53161689-45B5-41EE-89A3-BC379127320C}" type="presOf" srcId="{A094947F-E02D-4C4D-8EB0-147F06DBB57C}" destId="{9D96B913-6BD0-4EBF-A103-375D1B620C11}" srcOrd="0" destOrd="0" presId="urn:microsoft.com/office/officeart/2005/8/layout/chart3"/>
    <dgm:cxn modelId="{9F0F7190-A5D9-442B-818E-8DF5785C5B80}" type="presOf" srcId="{F9A0120E-4ACA-4E63-95D3-EAE29583E9FD}" destId="{37436C35-0D2D-4D8B-9578-C51845449D7B}" srcOrd="0" destOrd="0" presId="urn:microsoft.com/office/officeart/2005/8/layout/chart3"/>
    <dgm:cxn modelId="{04C7349E-B8B5-40ED-866B-80BFBB5C3A7B}" type="presOf" srcId="{33D0D157-49DF-4C96-AE2A-A3841C971A88}" destId="{CF8B6A12-3730-46B3-A847-15C7E543F151}" srcOrd="1" destOrd="0" presId="urn:microsoft.com/office/officeart/2005/8/layout/chart3"/>
    <dgm:cxn modelId="{D89509A3-F7C3-4326-8264-BE03F04D5908}" srcId="{F9A0120E-4ACA-4E63-95D3-EAE29583E9FD}" destId="{AA497C30-F78B-4610-B901-E7960F5D56C5}" srcOrd="1" destOrd="0" parTransId="{43185AF5-E66C-4149-9385-AE7911A8BA40}" sibTransId="{D28A3115-1284-4853-91EB-701E213AA385}"/>
    <dgm:cxn modelId="{4A7D9BB0-94DB-4131-811A-4C954B649C27}" srcId="{F9A0120E-4ACA-4E63-95D3-EAE29583E9FD}" destId="{A094947F-E02D-4C4D-8EB0-147F06DBB57C}" srcOrd="3" destOrd="0" parTransId="{22B37FC1-9818-4B52-9C47-2BB7ED63FF99}" sibTransId="{9406C86E-2ECE-474B-9C35-0854A6BCFE46}"/>
    <dgm:cxn modelId="{707A89C7-8AD6-4647-81B5-AC3BDA726EB9}" type="presOf" srcId="{A094947F-E02D-4C4D-8EB0-147F06DBB57C}" destId="{8D7F89F4-85D8-439A-B13A-FE1713B0405A}" srcOrd="1" destOrd="0" presId="urn:microsoft.com/office/officeart/2005/8/layout/chart3"/>
    <dgm:cxn modelId="{2177C7CD-F6D2-46C2-A6D2-A9C05F98CE8B}" type="presOf" srcId="{33D0D157-49DF-4C96-AE2A-A3841C971A88}" destId="{86870304-D03B-423A-8918-44D581AF5015}" srcOrd="0" destOrd="0" presId="urn:microsoft.com/office/officeart/2005/8/layout/chart3"/>
    <dgm:cxn modelId="{AA12F4EC-2792-4A3A-A0FA-84F22FF36CEE}" type="presOf" srcId="{AA497C30-F78B-4610-B901-E7960F5D56C5}" destId="{AE320900-E323-4353-B967-AC7FBECFDD82}" srcOrd="1" destOrd="0" presId="urn:microsoft.com/office/officeart/2005/8/layout/chart3"/>
    <dgm:cxn modelId="{25CEB8F4-0FDE-4226-8C81-715C0CD30130}" type="presOf" srcId="{E48BF4FA-4923-45DC-93B0-915170682557}" destId="{F8016BCF-DAB1-42C6-98B6-7ECCDA96A6FE}" srcOrd="0" destOrd="0" presId="urn:microsoft.com/office/officeart/2005/8/layout/chart3"/>
    <dgm:cxn modelId="{389DF0BD-0932-4F9E-9C4A-C4D52EEDC2E1}" type="presParOf" srcId="{37436C35-0D2D-4D8B-9578-C51845449D7B}" destId="{86870304-D03B-423A-8918-44D581AF5015}" srcOrd="0" destOrd="0" presId="urn:microsoft.com/office/officeart/2005/8/layout/chart3"/>
    <dgm:cxn modelId="{3947A9C4-E5E8-4629-840A-64077606EF6A}" type="presParOf" srcId="{37436C35-0D2D-4D8B-9578-C51845449D7B}" destId="{CF8B6A12-3730-46B3-A847-15C7E543F151}" srcOrd="1" destOrd="0" presId="urn:microsoft.com/office/officeart/2005/8/layout/chart3"/>
    <dgm:cxn modelId="{C697AD9D-57D8-4235-B887-5FAAF452E167}" type="presParOf" srcId="{37436C35-0D2D-4D8B-9578-C51845449D7B}" destId="{3CE265C1-F36F-479B-A816-8082F63DFFB5}" srcOrd="2" destOrd="0" presId="urn:microsoft.com/office/officeart/2005/8/layout/chart3"/>
    <dgm:cxn modelId="{898B9F41-BCE7-4B73-A70C-76D1EE4CA96D}" type="presParOf" srcId="{37436C35-0D2D-4D8B-9578-C51845449D7B}" destId="{AE320900-E323-4353-B967-AC7FBECFDD82}" srcOrd="3" destOrd="0" presId="urn:microsoft.com/office/officeart/2005/8/layout/chart3"/>
    <dgm:cxn modelId="{C7ACCEB6-5CC7-4DD0-A240-CD35E10BBB0A}" type="presParOf" srcId="{37436C35-0D2D-4D8B-9578-C51845449D7B}" destId="{F8016BCF-DAB1-42C6-98B6-7ECCDA96A6FE}" srcOrd="4" destOrd="0" presId="urn:microsoft.com/office/officeart/2005/8/layout/chart3"/>
    <dgm:cxn modelId="{35B349CE-D1A5-42C1-B291-76544EDD16DC}" type="presParOf" srcId="{37436C35-0D2D-4D8B-9578-C51845449D7B}" destId="{857EC6A7-63B1-4CEA-9595-9A93281F69B4}" srcOrd="5" destOrd="0" presId="urn:microsoft.com/office/officeart/2005/8/layout/chart3"/>
    <dgm:cxn modelId="{3C47F9A9-D879-4120-8AC0-68702AB6E54F}" type="presParOf" srcId="{37436C35-0D2D-4D8B-9578-C51845449D7B}" destId="{9D96B913-6BD0-4EBF-A103-375D1B620C11}" srcOrd="6" destOrd="0" presId="urn:microsoft.com/office/officeart/2005/8/layout/chart3"/>
    <dgm:cxn modelId="{1B1788C7-4123-4BE4-A903-BF3A7887F2CC}" type="presParOf" srcId="{37436C35-0D2D-4D8B-9578-C51845449D7B}" destId="{8D7F89F4-85D8-439A-B13A-FE1713B0405A}" srcOrd="7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1BF8B4E-67AC-49D7-8C09-13E234870147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C8D56C-002A-438E-AB7A-E0FD8C4FC1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Converted to HuggingFace Datasets</a:t>
          </a:r>
        </a:p>
      </dgm:t>
    </dgm:pt>
    <dgm:pt modelId="{7E0BA930-8F39-4EE2-BE9E-173F2B9D35BE}" type="parTrans" cxnId="{53377BA6-6B6E-420E-A486-4F44C940CF99}">
      <dgm:prSet/>
      <dgm:spPr/>
      <dgm:t>
        <a:bodyPr/>
        <a:lstStyle/>
        <a:p>
          <a:endParaRPr lang="en-US"/>
        </a:p>
      </dgm:t>
    </dgm:pt>
    <dgm:pt modelId="{855E1F3C-C7CF-4604-9B69-30D0ADBCF889}" type="sibTrans" cxnId="{53377BA6-6B6E-420E-A486-4F44C940CF9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7A8FFBE-3985-4154-B89D-FAEFD89219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Tokenized text → input_ids + attention_masks</a:t>
          </a:r>
        </a:p>
      </dgm:t>
    </dgm:pt>
    <dgm:pt modelId="{3232843E-44F3-45ED-A387-C4792A3FBDF2}" type="parTrans" cxnId="{36E334C1-44D6-4489-94AE-8304EFBD8952}">
      <dgm:prSet/>
      <dgm:spPr/>
      <dgm:t>
        <a:bodyPr/>
        <a:lstStyle/>
        <a:p>
          <a:endParaRPr lang="en-US"/>
        </a:p>
      </dgm:t>
    </dgm:pt>
    <dgm:pt modelId="{52148FF2-C9FB-4B6B-B7CB-15BD64D566EA}" type="sibTrans" cxnId="{36E334C1-44D6-4489-94AE-8304EFBD895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5BBD0F3-E30F-4EA3-B900-850AE1CDC6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Used </a:t>
          </a:r>
          <a:r>
            <a:rPr lang="en-US" dirty="0" err="1"/>
            <a:t>max_length</a:t>
          </a:r>
          <a:r>
            <a:rPr lang="en-US" dirty="0"/>
            <a:t>=128</a:t>
          </a:r>
        </a:p>
      </dgm:t>
    </dgm:pt>
    <dgm:pt modelId="{D5C25932-D702-490E-A8B9-DCAFCEEA3529}" type="parTrans" cxnId="{310E11B7-473C-4C8D-848A-FEF80F528B1E}">
      <dgm:prSet/>
      <dgm:spPr/>
      <dgm:t>
        <a:bodyPr/>
        <a:lstStyle/>
        <a:p>
          <a:endParaRPr lang="en-US"/>
        </a:p>
      </dgm:t>
    </dgm:pt>
    <dgm:pt modelId="{DD33A064-0BC5-454F-AE44-44E64119C554}" type="sibTrans" cxnId="{310E11B7-473C-4C8D-848A-FEF80F528B1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8483AE5-3251-4E1D-8E83-F30438BC67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Created TF datasets with DataCollatorWithPadding</a:t>
          </a:r>
        </a:p>
      </dgm:t>
    </dgm:pt>
    <dgm:pt modelId="{044740CC-6CB2-4AFA-A382-7D074D61C7FC}" type="parTrans" cxnId="{364A34C1-0780-4FE0-BAA5-70BC61F4F58C}">
      <dgm:prSet/>
      <dgm:spPr/>
      <dgm:t>
        <a:bodyPr/>
        <a:lstStyle/>
        <a:p>
          <a:endParaRPr lang="en-US"/>
        </a:p>
      </dgm:t>
    </dgm:pt>
    <dgm:pt modelId="{3B39CDD0-7BF9-4DC7-BC45-1F4A6BE818D8}" type="sibTrans" cxnId="{364A34C1-0780-4FE0-BAA5-70BC61F4F58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B6DB2A2-BA6F-44A6-A88F-62EDE7F53D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Mixed-precision + XLA for faster training</a:t>
          </a:r>
        </a:p>
      </dgm:t>
    </dgm:pt>
    <dgm:pt modelId="{A7FDA241-5CCE-4692-B22E-84A9EBE99958}" type="parTrans" cxnId="{1AD86EEF-C085-43D4-8A65-0E9E404F66F3}">
      <dgm:prSet/>
      <dgm:spPr/>
      <dgm:t>
        <a:bodyPr/>
        <a:lstStyle/>
        <a:p>
          <a:endParaRPr lang="en-US"/>
        </a:p>
      </dgm:t>
    </dgm:pt>
    <dgm:pt modelId="{6A579393-62A6-4537-B241-C5A8AE42F52A}" type="sibTrans" cxnId="{1AD86EEF-C085-43D4-8A65-0E9E404F66F3}">
      <dgm:prSet/>
      <dgm:spPr/>
      <dgm:t>
        <a:bodyPr/>
        <a:lstStyle/>
        <a:p>
          <a:endParaRPr lang="en-US"/>
        </a:p>
      </dgm:t>
    </dgm:pt>
    <dgm:pt modelId="{BAA33031-A4D6-4650-8600-441FC9595010}" type="pres">
      <dgm:prSet presAssocID="{31BF8B4E-67AC-49D7-8C09-13E234870147}" presName="root" presStyleCnt="0">
        <dgm:presLayoutVars>
          <dgm:dir/>
          <dgm:resizeHandles val="exact"/>
        </dgm:presLayoutVars>
      </dgm:prSet>
      <dgm:spPr/>
    </dgm:pt>
    <dgm:pt modelId="{7538658D-03F8-406D-BAC3-4F97B3A5C9FC}" type="pres">
      <dgm:prSet presAssocID="{31BF8B4E-67AC-49D7-8C09-13E234870147}" presName="container" presStyleCnt="0">
        <dgm:presLayoutVars>
          <dgm:dir/>
          <dgm:resizeHandles val="exact"/>
        </dgm:presLayoutVars>
      </dgm:prSet>
      <dgm:spPr/>
    </dgm:pt>
    <dgm:pt modelId="{90287949-4EEB-4617-BC6D-BD7A956F4EC5}" type="pres">
      <dgm:prSet presAssocID="{EDC8D56C-002A-438E-AB7A-E0FD8C4FC1FB}" presName="compNode" presStyleCnt="0"/>
      <dgm:spPr/>
    </dgm:pt>
    <dgm:pt modelId="{039C2981-6BFF-488E-B78D-E0A9467D35B5}" type="pres">
      <dgm:prSet presAssocID="{EDC8D56C-002A-438E-AB7A-E0FD8C4FC1FB}" presName="iconBgRect" presStyleLbl="bgShp" presStyleIdx="0" presStyleCnt="5"/>
      <dgm:spPr/>
    </dgm:pt>
    <dgm:pt modelId="{627E0BD9-57A9-4C1B-A13E-1CFC45065429}" type="pres">
      <dgm:prSet presAssocID="{EDC8D56C-002A-438E-AB7A-E0FD8C4FC1F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A7B43106-8A20-4735-8C8D-705A632876F9}" type="pres">
      <dgm:prSet presAssocID="{EDC8D56C-002A-438E-AB7A-E0FD8C4FC1FB}" presName="spaceRect" presStyleCnt="0"/>
      <dgm:spPr/>
    </dgm:pt>
    <dgm:pt modelId="{0B96D288-060A-4F2C-9F4C-44A9A9091369}" type="pres">
      <dgm:prSet presAssocID="{EDC8D56C-002A-438E-AB7A-E0FD8C4FC1FB}" presName="textRect" presStyleLbl="revTx" presStyleIdx="0" presStyleCnt="5">
        <dgm:presLayoutVars>
          <dgm:chMax val="1"/>
          <dgm:chPref val="1"/>
        </dgm:presLayoutVars>
      </dgm:prSet>
      <dgm:spPr/>
    </dgm:pt>
    <dgm:pt modelId="{CBF60CD2-C99A-4568-A922-492514F74BCB}" type="pres">
      <dgm:prSet presAssocID="{855E1F3C-C7CF-4604-9B69-30D0ADBCF889}" presName="sibTrans" presStyleLbl="sibTrans2D1" presStyleIdx="0" presStyleCnt="0"/>
      <dgm:spPr/>
    </dgm:pt>
    <dgm:pt modelId="{C0D6541E-B587-47D1-84F3-3F074E5C0CB9}" type="pres">
      <dgm:prSet presAssocID="{E7A8FFBE-3985-4154-B89D-FAEFD8921922}" presName="compNode" presStyleCnt="0"/>
      <dgm:spPr/>
    </dgm:pt>
    <dgm:pt modelId="{CC336063-91BF-409A-885D-DE3A591C77ED}" type="pres">
      <dgm:prSet presAssocID="{E7A8FFBE-3985-4154-B89D-FAEFD8921922}" presName="iconBgRect" presStyleLbl="bgShp" presStyleIdx="1" presStyleCnt="5"/>
      <dgm:spPr/>
    </dgm:pt>
    <dgm:pt modelId="{4F15DB16-ADCF-4543-AB48-C63FE20D03BF}" type="pres">
      <dgm:prSet presAssocID="{E7A8FFBE-3985-4154-B89D-FAEFD892192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BDE6B286-7047-4949-948B-7B7C589EAE6E}" type="pres">
      <dgm:prSet presAssocID="{E7A8FFBE-3985-4154-B89D-FAEFD8921922}" presName="spaceRect" presStyleCnt="0"/>
      <dgm:spPr/>
    </dgm:pt>
    <dgm:pt modelId="{CFFF6F14-AF0D-40BD-8BFD-CAA5D7078040}" type="pres">
      <dgm:prSet presAssocID="{E7A8FFBE-3985-4154-B89D-FAEFD8921922}" presName="textRect" presStyleLbl="revTx" presStyleIdx="1" presStyleCnt="5">
        <dgm:presLayoutVars>
          <dgm:chMax val="1"/>
          <dgm:chPref val="1"/>
        </dgm:presLayoutVars>
      </dgm:prSet>
      <dgm:spPr/>
    </dgm:pt>
    <dgm:pt modelId="{A6FE7CF7-50E9-4480-9E46-A99D4244ACB2}" type="pres">
      <dgm:prSet presAssocID="{52148FF2-C9FB-4B6B-B7CB-15BD64D566EA}" presName="sibTrans" presStyleLbl="sibTrans2D1" presStyleIdx="0" presStyleCnt="0"/>
      <dgm:spPr/>
    </dgm:pt>
    <dgm:pt modelId="{FCBF0105-B412-46F2-A5DA-2F796B6F5AF1}" type="pres">
      <dgm:prSet presAssocID="{B5BBD0F3-E30F-4EA3-B900-850AE1CDC686}" presName="compNode" presStyleCnt="0"/>
      <dgm:spPr/>
    </dgm:pt>
    <dgm:pt modelId="{B6C33663-46B4-4EC6-9B47-877CEE91F776}" type="pres">
      <dgm:prSet presAssocID="{B5BBD0F3-E30F-4EA3-B900-850AE1CDC686}" presName="iconBgRect" presStyleLbl="bgShp" presStyleIdx="2" presStyleCnt="5"/>
      <dgm:spPr/>
    </dgm:pt>
    <dgm:pt modelId="{EC2B47FE-1E69-48B3-B7C0-7161AC9B62A1}" type="pres">
      <dgm:prSet presAssocID="{B5BBD0F3-E30F-4EA3-B900-850AE1CDC68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917EC5C7-8E76-417D-8A92-B406E88DCC9B}" type="pres">
      <dgm:prSet presAssocID="{B5BBD0F3-E30F-4EA3-B900-850AE1CDC686}" presName="spaceRect" presStyleCnt="0"/>
      <dgm:spPr/>
    </dgm:pt>
    <dgm:pt modelId="{8580BE01-5DD1-47A0-9D92-80F4F15E75F4}" type="pres">
      <dgm:prSet presAssocID="{B5BBD0F3-E30F-4EA3-B900-850AE1CDC686}" presName="textRect" presStyleLbl="revTx" presStyleIdx="2" presStyleCnt="5">
        <dgm:presLayoutVars>
          <dgm:chMax val="1"/>
          <dgm:chPref val="1"/>
        </dgm:presLayoutVars>
      </dgm:prSet>
      <dgm:spPr/>
    </dgm:pt>
    <dgm:pt modelId="{7D78020C-7395-4CE2-AF0B-BA51A4F2CCB1}" type="pres">
      <dgm:prSet presAssocID="{DD33A064-0BC5-454F-AE44-44E64119C554}" presName="sibTrans" presStyleLbl="sibTrans2D1" presStyleIdx="0" presStyleCnt="0"/>
      <dgm:spPr/>
    </dgm:pt>
    <dgm:pt modelId="{C49B4400-35F9-478C-90F0-57C73B2C0629}" type="pres">
      <dgm:prSet presAssocID="{A8483AE5-3251-4E1D-8E83-F30438BC67FF}" presName="compNode" presStyleCnt="0"/>
      <dgm:spPr/>
    </dgm:pt>
    <dgm:pt modelId="{609C2BED-C36D-416B-B77F-3EB8181D9B2E}" type="pres">
      <dgm:prSet presAssocID="{A8483AE5-3251-4E1D-8E83-F30438BC67FF}" presName="iconBgRect" presStyleLbl="bgShp" presStyleIdx="3" presStyleCnt="5"/>
      <dgm:spPr/>
    </dgm:pt>
    <dgm:pt modelId="{7DC732E8-A40C-4EE2-B28C-59B251145174}" type="pres">
      <dgm:prSet presAssocID="{A8483AE5-3251-4E1D-8E83-F30438BC67F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99AD3AA-3225-4CC0-90BD-038786B9DF18}" type="pres">
      <dgm:prSet presAssocID="{A8483AE5-3251-4E1D-8E83-F30438BC67FF}" presName="spaceRect" presStyleCnt="0"/>
      <dgm:spPr/>
    </dgm:pt>
    <dgm:pt modelId="{7FE9D476-6A2B-4B99-82BF-5EFBFDAAD440}" type="pres">
      <dgm:prSet presAssocID="{A8483AE5-3251-4E1D-8E83-F30438BC67FF}" presName="textRect" presStyleLbl="revTx" presStyleIdx="3" presStyleCnt="5">
        <dgm:presLayoutVars>
          <dgm:chMax val="1"/>
          <dgm:chPref val="1"/>
        </dgm:presLayoutVars>
      </dgm:prSet>
      <dgm:spPr/>
    </dgm:pt>
    <dgm:pt modelId="{585B93B1-8BB6-48D3-B031-2988256CC6F8}" type="pres">
      <dgm:prSet presAssocID="{3B39CDD0-7BF9-4DC7-BC45-1F4A6BE818D8}" presName="sibTrans" presStyleLbl="sibTrans2D1" presStyleIdx="0" presStyleCnt="0"/>
      <dgm:spPr/>
    </dgm:pt>
    <dgm:pt modelId="{E79E2194-B2CA-42A0-8164-5A4CC55430AB}" type="pres">
      <dgm:prSet presAssocID="{3B6DB2A2-BA6F-44A6-A88F-62EDE7F53DE9}" presName="compNode" presStyleCnt="0"/>
      <dgm:spPr/>
    </dgm:pt>
    <dgm:pt modelId="{B2EB0197-B453-45A4-8744-C70CAA040D3F}" type="pres">
      <dgm:prSet presAssocID="{3B6DB2A2-BA6F-44A6-A88F-62EDE7F53DE9}" presName="iconBgRect" presStyleLbl="bgShp" presStyleIdx="4" presStyleCnt="5"/>
      <dgm:spPr/>
    </dgm:pt>
    <dgm:pt modelId="{81B5A22E-D317-40BA-B647-9EF150A248B8}" type="pres">
      <dgm:prSet presAssocID="{3B6DB2A2-BA6F-44A6-A88F-62EDE7F53DE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AAD8017C-221A-4BE0-92E4-63C6C6E7FF13}" type="pres">
      <dgm:prSet presAssocID="{3B6DB2A2-BA6F-44A6-A88F-62EDE7F53DE9}" presName="spaceRect" presStyleCnt="0"/>
      <dgm:spPr/>
    </dgm:pt>
    <dgm:pt modelId="{13020B72-BB65-4E98-8ADF-A1D8B25FBE8A}" type="pres">
      <dgm:prSet presAssocID="{3B6DB2A2-BA6F-44A6-A88F-62EDE7F53DE9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B872B1E-9122-4AB3-92B6-B71E396458C2}" type="presOf" srcId="{B5BBD0F3-E30F-4EA3-B900-850AE1CDC686}" destId="{8580BE01-5DD1-47A0-9D92-80F4F15E75F4}" srcOrd="0" destOrd="0" presId="urn:microsoft.com/office/officeart/2018/2/layout/IconCircleList"/>
    <dgm:cxn modelId="{03A70B2F-84A6-4AA1-8034-3D4C0EC40614}" type="presOf" srcId="{A8483AE5-3251-4E1D-8E83-F30438BC67FF}" destId="{7FE9D476-6A2B-4B99-82BF-5EFBFDAAD440}" srcOrd="0" destOrd="0" presId="urn:microsoft.com/office/officeart/2018/2/layout/IconCircleList"/>
    <dgm:cxn modelId="{873E2235-F18F-4D28-A806-8893992D0B18}" type="presOf" srcId="{E7A8FFBE-3985-4154-B89D-FAEFD8921922}" destId="{CFFF6F14-AF0D-40BD-8BFD-CAA5D7078040}" srcOrd="0" destOrd="0" presId="urn:microsoft.com/office/officeart/2018/2/layout/IconCircleList"/>
    <dgm:cxn modelId="{C85ADA3F-B873-45F4-A6DC-83D0C66E9A7B}" type="presOf" srcId="{EDC8D56C-002A-438E-AB7A-E0FD8C4FC1FB}" destId="{0B96D288-060A-4F2C-9F4C-44A9A9091369}" srcOrd="0" destOrd="0" presId="urn:microsoft.com/office/officeart/2018/2/layout/IconCircleList"/>
    <dgm:cxn modelId="{E2481080-2669-4A47-B331-BD220E33A7CE}" type="presOf" srcId="{3B39CDD0-7BF9-4DC7-BC45-1F4A6BE818D8}" destId="{585B93B1-8BB6-48D3-B031-2988256CC6F8}" srcOrd="0" destOrd="0" presId="urn:microsoft.com/office/officeart/2018/2/layout/IconCircleList"/>
    <dgm:cxn modelId="{4273A086-E93E-45B1-BE45-413FF13CFA14}" type="presOf" srcId="{3B6DB2A2-BA6F-44A6-A88F-62EDE7F53DE9}" destId="{13020B72-BB65-4E98-8ADF-A1D8B25FBE8A}" srcOrd="0" destOrd="0" presId="urn:microsoft.com/office/officeart/2018/2/layout/IconCircleList"/>
    <dgm:cxn modelId="{53377BA6-6B6E-420E-A486-4F44C940CF99}" srcId="{31BF8B4E-67AC-49D7-8C09-13E234870147}" destId="{EDC8D56C-002A-438E-AB7A-E0FD8C4FC1FB}" srcOrd="0" destOrd="0" parTransId="{7E0BA930-8F39-4EE2-BE9E-173F2B9D35BE}" sibTransId="{855E1F3C-C7CF-4604-9B69-30D0ADBCF889}"/>
    <dgm:cxn modelId="{FDA346B6-8678-4430-AEF3-3EF8B4A3E694}" type="presOf" srcId="{52148FF2-C9FB-4B6B-B7CB-15BD64D566EA}" destId="{A6FE7CF7-50E9-4480-9E46-A99D4244ACB2}" srcOrd="0" destOrd="0" presId="urn:microsoft.com/office/officeart/2018/2/layout/IconCircleList"/>
    <dgm:cxn modelId="{310E11B7-473C-4C8D-848A-FEF80F528B1E}" srcId="{31BF8B4E-67AC-49D7-8C09-13E234870147}" destId="{B5BBD0F3-E30F-4EA3-B900-850AE1CDC686}" srcOrd="2" destOrd="0" parTransId="{D5C25932-D702-490E-A8B9-DCAFCEEA3529}" sibTransId="{DD33A064-0BC5-454F-AE44-44E64119C554}"/>
    <dgm:cxn modelId="{364A34C1-0780-4FE0-BAA5-70BC61F4F58C}" srcId="{31BF8B4E-67AC-49D7-8C09-13E234870147}" destId="{A8483AE5-3251-4E1D-8E83-F30438BC67FF}" srcOrd="3" destOrd="0" parTransId="{044740CC-6CB2-4AFA-A382-7D074D61C7FC}" sibTransId="{3B39CDD0-7BF9-4DC7-BC45-1F4A6BE818D8}"/>
    <dgm:cxn modelId="{36E334C1-44D6-4489-94AE-8304EFBD8952}" srcId="{31BF8B4E-67AC-49D7-8C09-13E234870147}" destId="{E7A8FFBE-3985-4154-B89D-FAEFD8921922}" srcOrd="1" destOrd="0" parTransId="{3232843E-44F3-45ED-A387-C4792A3FBDF2}" sibTransId="{52148FF2-C9FB-4B6B-B7CB-15BD64D566EA}"/>
    <dgm:cxn modelId="{2D395EC6-6304-40D6-A433-7054365EB65D}" type="presOf" srcId="{855E1F3C-C7CF-4604-9B69-30D0ADBCF889}" destId="{CBF60CD2-C99A-4568-A922-492514F74BCB}" srcOrd="0" destOrd="0" presId="urn:microsoft.com/office/officeart/2018/2/layout/IconCircleList"/>
    <dgm:cxn modelId="{742F65C7-631C-4477-AEAA-DBA6373FDBB6}" type="presOf" srcId="{DD33A064-0BC5-454F-AE44-44E64119C554}" destId="{7D78020C-7395-4CE2-AF0B-BA51A4F2CCB1}" srcOrd="0" destOrd="0" presId="urn:microsoft.com/office/officeart/2018/2/layout/IconCircleList"/>
    <dgm:cxn modelId="{1AD86EEF-C085-43D4-8A65-0E9E404F66F3}" srcId="{31BF8B4E-67AC-49D7-8C09-13E234870147}" destId="{3B6DB2A2-BA6F-44A6-A88F-62EDE7F53DE9}" srcOrd="4" destOrd="0" parTransId="{A7FDA241-5CCE-4692-B22E-84A9EBE99958}" sibTransId="{6A579393-62A6-4537-B241-C5A8AE42F52A}"/>
    <dgm:cxn modelId="{FD674CFF-754D-4BBF-ADE3-846B0CB3E60A}" type="presOf" srcId="{31BF8B4E-67AC-49D7-8C09-13E234870147}" destId="{BAA33031-A4D6-4650-8600-441FC9595010}" srcOrd="0" destOrd="0" presId="urn:microsoft.com/office/officeart/2018/2/layout/IconCircleList"/>
    <dgm:cxn modelId="{228CB3E1-B73F-45B0-A36D-C23D9239329B}" type="presParOf" srcId="{BAA33031-A4D6-4650-8600-441FC9595010}" destId="{7538658D-03F8-406D-BAC3-4F97B3A5C9FC}" srcOrd="0" destOrd="0" presId="urn:microsoft.com/office/officeart/2018/2/layout/IconCircleList"/>
    <dgm:cxn modelId="{1AC6A2A4-D48D-4380-8CF5-06BB981C1A19}" type="presParOf" srcId="{7538658D-03F8-406D-BAC3-4F97B3A5C9FC}" destId="{90287949-4EEB-4617-BC6D-BD7A956F4EC5}" srcOrd="0" destOrd="0" presId="urn:microsoft.com/office/officeart/2018/2/layout/IconCircleList"/>
    <dgm:cxn modelId="{E62A51B0-BA2C-4634-8C96-0AD2DCEC329B}" type="presParOf" srcId="{90287949-4EEB-4617-BC6D-BD7A956F4EC5}" destId="{039C2981-6BFF-488E-B78D-E0A9467D35B5}" srcOrd="0" destOrd="0" presId="urn:microsoft.com/office/officeart/2018/2/layout/IconCircleList"/>
    <dgm:cxn modelId="{87133C97-2A5B-4A3C-BA68-D7997FD758D1}" type="presParOf" srcId="{90287949-4EEB-4617-BC6D-BD7A956F4EC5}" destId="{627E0BD9-57A9-4C1B-A13E-1CFC45065429}" srcOrd="1" destOrd="0" presId="urn:microsoft.com/office/officeart/2018/2/layout/IconCircleList"/>
    <dgm:cxn modelId="{AB123967-D927-416E-BDE0-D14D0BEC1F47}" type="presParOf" srcId="{90287949-4EEB-4617-BC6D-BD7A956F4EC5}" destId="{A7B43106-8A20-4735-8C8D-705A632876F9}" srcOrd="2" destOrd="0" presId="urn:microsoft.com/office/officeart/2018/2/layout/IconCircleList"/>
    <dgm:cxn modelId="{593ACAEE-03C1-4119-AD09-2E19EC787928}" type="presParOf" srcId="{90287949-4EEB-4617-BC6D-BD7A956F4EC5}" destId="{0B96D288-060A-4F2C-9F4C-44A9A9091369}" srcOrd="3" destOrd="0" presId="urn:microsoft.com/office/officeart/2018/2/layout/IconCircleList"/>
    <dgm:cxn modelId="{0257A02F-2761-474D-B995-6001120D5F96}" type="presParOf" srcId="{7538658D-03F8-406D-BAC3-4F97B3A5C9FC}" destId="{CBF60CD2-C99A-4568-A922-492514F74BCB}" srcOrd="1" destOrd="0" presId="urn:microsoft.com/office/officeart/2018/2/layout/IconCircleList"/>
    <dgm:cxn modelId="{70558979-4D77-4D85-86ED-7C6918562A42}" type="presParOf" srcId="{7538658D-03F8-406D-BAC3-4F97B3A5C9FC}" destId="{C0D6541E-B587-47D1-84F3-3F074E5C0CB9}" srcOrd="2" destOrd="0" presId="urn:microsoft.com/office/officeart/2018/2/layout/IconCircleList"/>
    <dgm:cxn modelId="{5D07FCEF-D324-4607-A7E5-24BD56E1F1E9}" type="presParOf" srcId="{C0D6541E-B587-47D1-84F3-3F074E5C0CB9}" destId="{CC336063-91BF-409A-885D-DE3A591C77ED}" srcOrd="0" destOrd="0" presId="urn:microsoft.com/office/officeart/2018/2/layout/IconCircleList"/>
    <dgm:cxn modelId="{71D82A04-8503-40D1-BF81-246D60F9CFE5}" type="presParOf" srcId="{C0D6541E-B587-47D1-84F3-3F074E5C0CB9}" destId="{4F15DB16-ADCF-4543-AB48-C63FE20D03BF}" srcOrd="1" destOrd="0" presId="urn:microsoft.com/office/officeart/2018/2/layout/IconCircleList"/>
    <dgm:cxn modelId="{5081888E-6BE5-4A27-95CD-CFBE7AE8E113}" type="presParOf" srcId="{C0D6541E-B587-47D1-84F3-3F074E5C0CB9}" destId="{BDE6B286-7047-4949-948B-7B7C589EAE6E}" srcOrd="2" destOrd="0" presId="urn:microsoft.com/office/officeart/2018/2/layout/IconCircleList"/>
    <dgm:cxn modelId="{5C50B434-4BA6-4DE9-A548-948CD0A19C55}" type="presParOf" srcId="{C0D6541E-B587-47D1-84F3-3F074E5C0CB9}" destId="{CFFF6F14-AF0D-40BD-8BFD-CAA5D7078040}" srcOrd="3" destOrd="0" presId="urn:microsoft.com/office/officeart/2018/2/layout/IconCircleList"/>
    <dgm:cxn modelId="{619244B2-0E27-4111-973D-E6B7CDEE884A}" type="presParOf" srcId="{7538658D-03F8-406D-BAC3-4F97B3A5C9FC}" destId="{A6FE7CF7-50E9-4480-9E46-A99D4244ACB2}" srcOrd="3" destOrd="0" presId="urn:microsoft.com/office/officeart/2018/2/layout/IconCircleList"/>
    <dgm:cxn modelId="{CDCBE7F8-3D0A-438D-9C36-D39A2CC68525}" type="presParOf" srcId="{7538658D-03F8-406D-BAC3-4F97B3A5C9FC}" destId="{FCBF0105-B412-46F2-A5DA-2F796B6F5AF1}" srcOrd="4" destOrd="0" presId="urn:microsoft.com/office/officeart/2018/2/layout/IconCircleList"/>
    <dgm:cxn modelId="{5C46CF30-29EF-4340-9B12-137542E9BC7F}" type="presParOf" srcId="{FCBF0105-B412-46F2-A5DA-2F796B6F5AF1}" destId="{B6C33663-46B4-4EC6-9B47-877CEE91F776}" srcOrd="0" destOrd="0" presId="urn:microsoft.com/office/officeart/2018/2/layout/IconCircleList"/>
    <dgm:cxn modelId="{FA46AE47-09F1-499E-B018-08C47222FDF5}" type="presParOf" srcId="{FCBF0105-B412-46F2-A5DA-2F796B6F5AF1}" destId="{EC2B47FE-1E69-48B3-B7C0-7161AC9B62A1}" srcOrd="1" destOrd="0" presId="urn:microsoft.com/office/officeart/2018/2/layout/IconCircleList"/>
    <dgm:cxn modelId="{6E0CA1A5-8C2C-4197-9D92-A45120F39CB6}" type="presParOf" srcId="{FCBF0105-B412-46F2-A5DA-2F796B6F5AF1}" destId="{917EC5C7-8E76-417D-8A92-B406E88DCC9B}" srcOrd="2" destOrd="0" presId="urn:microsoft.com/office/officeart/2018/2/layout/IconCircleList"/>
    <dgm:cxn modelId="{6B873FBD-93CC-4213-8789-42AD6C216BD8}" type="presParOf" srcId="{FCBF0105-B412-46F2-A5DA-2F796B6F5AF1}" destId="{8580BE01-5DD1-47A0-9D92-80F4F15E75F4}" srcOrd="3" destOrd="0" presId="urn:microsoft.com/office/officeart/2018/2/layout/IconCircleList"/>
    <dgm:cxn modelId="{5D5E6232-22D6-401F-82CE-DBA6CC5D5F25}" type="presParOf" srcId="{7538658D-03F8-406D-BAC3-4F97B3A5C9FC}" destId="{7D78020C-7395-4CE2-AF0B-BA51A4F2CCB1}" srcOrd="5" destOrd="0" presId="urn:microsoft.com/office/officeart/2018/2/layout/IconCircleList"/>
    <dgm:cxn modelId="{1B96DED5-D65E-44BF-94CC-0AEE0E9ED215}" type="presParOf" srcId="{7538658D-03F8-406D-BAC3-4F97B3A5C9FC}" destId="{C49B4400-35F9-478C-90F0-57C73B2C0629}" srcOrd="6" destOrd="0" presId="urn:microsoft.com/office/officeart/2018/2/layout/IconCircleList"/>
    <dgm:cxn modelId="{B7685365-820F-4636-AFD3-12082124CAE5}" type="presParOf" srcId="{C49B4400-35F9-478C-90F0-57C73B2C0629}" destId="{609C2BED-C36D-416B-B77F-3EB8181D9B2E}" srcOrd="0" destOrd="0" presId="urn:microsoft.com/office/officeart/2018/2/layout/IconCircleList"/>
    <dgm:cxn modelId="{5CF1AC09-959D-49DB-91D2-9EF6C56134FF}" type="presParOf" srcId="{C49B4400-35F9-478C-90F0-57C73B2C0629}" destId="{7DC732E8-A40C-4EE2-B28C-59B251145174}" srcOrd="1" destOrd="0" presId="urn:microsoft.com/office/officeart/2018/2/layout/IconCircleList"/>
    <dgm:cxn modelId="{5CF5860A-8EE1-4331-B106-BA37DC3398BA}" type="presParOf" srcId="{C49B4400-35F9-478C-90F0-57C73B2C0629}" destId="{599AD3AA-3225-4CC0-90BD-038786B9DF18}" srcOrd="2" destOrd="0" presId="urn:microsoft.com/office/officeart/2018/2/layout/IconCircleList"/>
    <dgm:cxn modelId="{1FAD121D-4591-46BD-BDBE-F935CDAB777F}" type="presParOf" srcId="{C49B4400-35F9-478C-90F0-57C73B2C0629}" destId="{7FE9D476-6A2B-4B99-82BF-5EFBFDAAD440}" srcOrd="3" destOrd="0" presId="urn:microsoft.com/office/officeart/2018/2/layout/IconCircleList"/>
    <dgm:cxn modelId="{56AC692B-268E-4CDC-ACD5-6274DD48B038}" type="presParOf" srcId="{7538658D-03F8-406D-BAC3-4F97B3A5C9FC}" destId="{585B93B1-8BB6-48D3-B031-2988256CC6F8}" srcOrd="7" destOrd="0" presId="urn:microsoft.com/office/officeart/2018/2/layout/IconCircleList"/>
    <dgm:cxn modelId="{D8D4F679-04E1-42D0-BC36-AE957A05DE4A}" type="presParOf" srcId="{7538658D-03F8-406D-BAC3-4F97B3A5C9FC}" destId="{E79E2194-B2CA-42A0-8164-5A4CC55430AB}" srcOrd="8" destOrd="0" presId="urn:microsoft.com/office/officeart/2018/2/layout/IconCircleList"/>
    <dgm:cxn modelId="{D2301228-343F-407A-B124-5C66F35DB4EC}" type="presParOf" srcId="{E79E2194-B2CA-42A0-8164-5A4CC55430AB}" destId="{B2EB0197-B453-45A4-8744-C70CAA040D3F}" srcOrd="0" destOrd="0" presId="urn:microsoft.com/office/officeart/2018/2/layout/IconCircleList"/>
    <dgm:cxn modelId="{30DEA783-055D-46B2-809B-310553AD97C9}" type="presParOf" srcId="{E79E2194-B2CA-42A0-8164-5A4CC55430AB}" destId="{81B5A22E-D317-40BA-B647-9EF150A248B8}" srcOrd="1" destOrd="0" presId="urn:microsoft.com/office/officeart/2018/2/layout/IconCircleList"/>
    <dgm:cxn modelId="{FF981B1B-4270-4569-A3D6-0D704FD4CB04}" type="presParOf" srcId="{E79E2194-B2CA-42A0-8164-5A4CC55430AB}" destId="{AAD8017C-221A-4BE0-92E4-63C6C6E7FF13}" srcOrd="2" destOrd="0" presId="urn:microsoft.com/office/officeart/2018/2/layout/IconCircleList"/>
    <dgm:cxn modelId="{4C2330EF-0DF0-4131-8BCE-0D03528B0954}" type="presParOf" srcId="{E79E2194-B2CA-42A0-8164-5A4CC55430AB}" destId="{13020B72-BB65-4E98-8ADF-A1D8B25FBE8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F172904-CAE6-4778-A475-3A8A033A4C3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5B4F926-2D47-48E6-8A48-EDD20A482FD8}">
      <dgm:prSet/>
      <dgm:spPr/>
      <dgm:t>
        <a:bodyPr/>
        <a:lstStyle/>
        <a:p>
          <a:pPr>
            <a:defRPr cap="all"/>
          </a:pPr>
          <a:r>
            <a:rPr lang="en-US"/>
            <a:t>Model: distilbert-base-uncased</a:t>
          </a:r>
        </a:p>
      </dgm:t>
    </dgm:pt>
    <dgm:pt modelId="{20C35F99-9FDF-468E-B0BA-05D855B3386A}" type="parTrans" cxnId="{0ABFCD88-CAB6-420E-9022-23042D111227}">
      <dgm:prSet/>
      <dgm:spPr/>
      <dgm:t>
        <a:bodyPr/>
        <a:lstStyle/>
        <a:p>
          <a:endParaRPr lang="en-US"/>
        </a:p>
      </dgm:t>
    </dgm:pt>
    <dgm:pt modelId="{79B73C9C-DCA3-41DA-B8C6-D5555CABFFC1}" type="sibTrans" cxnId="{0ABFCD88-CAB6-420E-9022-23042D111227}">
      <dgm:prSet/>
      <dgm:spPr/>
      <dgm:t>
        <a:bodyPr/>
        <a:lstStyle/>
        <a:p>
          <a:endParaRPr lang="en-US"/>
        </a:p>
      </dgm:t>
    </dgm:pt>
    <dgm:pt modelId="{4FDECADA-3669-4BA2-912A-CB19E7676B94}">
      <dgm:prSet/>
      <dgm:spPr/>
      <dgm:t>
        <a:bodyPr/>
        <a:lstStyle/>
        <a:p>
          <a:pPr>
            <a:defRPr cap="all"/>
          </a:pPr>
          <a:r>
            <a:rPr lang="en-US"/>
            <a:t>Epochs: 4</a:t>
          </a:r>
        </a:p>
      </dgm:t>
    </dgm:pt>
    <dgm:pt modelId="{5A21843F-7702-44A3-8DD8-F8DB7FB498EE}" type="parTrans" cxnId="{3C434F24-4D4F-45D9-8588-0D726FCF0F7A}">
      <dgm:prSet/>
      <dgm:spPr/>
      <dgm:t>
        <a:bodyPr/>
        <a:lstStyle/>
        <a:p>
          <a:endParaRPr lang="en-US"/>
        </a:p>
      </dgm:t>
    </dgm:pt>
    <dgm:pt modelId="{A0807DFF-C345-4410-99DA-1DCB259BE103}" type="sibTrans" cxnId="{3C434F24-4D4F-45D9-8588-0D726FCF0F7A}">
      <dgm:prSet/>
      <dgm:spPr/>
      <dgm:t>
        <a:bodyPr/>
        <a:lstStyle/>
        <a:p>
          <a:endParaRPr lang="en-US"/>
        </a:p>
      </dgm:t>
    </dgm:pt>
    <dgm:pt modelId="{3DEF31B6-0592-4762-AC79-80DCF7D6FF4F}">
      <dgm:prSet/>
      <dgm:spPr/>
      <dgm:t>
        <a:bodyPr/>
        <a:lstStyle/>
        <a:p>
          <a:pPr>
            <a:defRPr cap="all"/>
          </a:pPr>
          <a:r>
            <a:rPr lang="en-US"/>
            <a:t>Optimizer: AdamW</a:t>
          </a:r>
        </a:p>
      </dgm:t>
    </dgm:pt>
    <dgm:pt modelId="{F3B21B05-9783-4CF9-838B-6A04ADF66904}" type="parTrans" cxnId="{3DB7CBD6-1311-4FA3-B521-1C407660C8F3}">
      <dgm:prSet/>
      <dgm:spPr/>
      <dgm:t>
        <a:bodyPr/>
        <a:lstStyle/>
        <a:p>
          <a:endParaRPr lang="en-US"/>
        </a:p>
      </dgm:t>
    </dgm:pt>
    <dgm:pt modelId="{50B8B574-124A-4E4C-80FF-21BE87112431}" type="sibTrans" cxnId="{3DB7CBD6-1311-4FA3-B521-1C407660C8F3}">
      <dgm:prSet/>
      <dgm:spPr/>
      <dgm:t>
        <a:bodyPr/>
        <a:lstStyle/>
        <a:p>
          <a:endParaRPr lang="en-US"/>
        </a:p>
      </dgm:t>
    </dgm:pt>
    <dgm:pt modelId="{9B1C769E-273E-4430-B6C0-B0AC65BBB21A}">
      <dgm:prSet/>
      <dgm:spPr/>
      <dgm:t>
        <a:bodyPr/>
        <a:lstStyle/>
        <a:p>
          <a:pPr>
            <a:defRPr cap="all"/>
          </a:pPr>
          <a:r>
            <a:rPr lang="en-US"/>
            <a:t>Warmup steps</a:t>
          </a:r>
        </a:p>
      </dgm:t>
    </dgm:pt>
    <dgm:pt modelId="{D6EDE77D-4FCE-4C8F-8223-7BBFA8CC659C}" type="parTrans" cxnId="{0F6C122B-BC25-48E6-BACD-056FAE458A42}">
      <dgm:prSet/>
      <dgm:spPr/>
      <dgm:t>
        <a:bodyPr/>
        <a:lstStyle/>
        <a:p>
          <a:endParaRPr lang="en-US"/>
        </a:p>
      </dgm:t>
    </dgm:pt>
    <dgm:pt modelId="{184471F1-6561-400A-84E5-340D0CC824F8}" type="sibTrans" cxnId="{0F6C122B-BC25-48E6-BACD-056FAE458A42}">
      <dgm:prSet/>
      <dgm:spPr/>
      <dgm:t>
        <a:bodyPr/>
        <a:lstStyle/>
        <a:p>
          <a:endParaRPr lang="en-US"/>
        </a:p>
      </dgm:t>
    </dgm:pt>
    <dgm:pt modelId="{B0F038DB-987F-4E7F-84BA-4EA6D8ACBDE6}">
      <dgm:prSet/>
      <dgm:spPr/>
      <dgm:t>
        <a:bodyPr/>
        <a:lstStyle/>
        <a:p>
          <a:pPr>
            <a:defRPr cap="all"/>
          </a:pPr>
          <a:r>
            <a:rPr lang="en-US"/>
            <a:t>Pretrained weights → Fake‑News specific tuning</a:t>
          </a:r>
        </a:p>
      </dgm:t>
    </dgm:pt>
    <dgm:pt modelId="{8F9E0AEA-C419-4214-9DCF-7689801F9AFF}" type="parTrans" cxnId="{2CC3BBEC-4392-4CF2-B000-3C4715BB38FE}">
      <dgm:prSet/>
      <dgm:spPr/>
      <dgm:t>
        <a:bodyPr/>
        <a:lstStyle/>
        <a:p>
          <a:endParaRPr lang="en-US"/>
        </a:p>
      </dgm:t>
    </dgm:pt>
    <dgm:pt modelId="{29A37CD9-75B3-40FD-923D-66DBFF391714}" type="sibTrans" cxnId="{2CC3BBEC-4392-4CF2-B000-3C4715BB38FE}">
      <dgm:prSet/>
      <dgm:spPr/>
      <dgm:t>
        <a:bodyPr/>
        <a:lstStyle/>
        <a:p>
          <a:endParaRPr lang="en-US"/>
        </a:p>
      </dgm:t>
    </dgm:pt>
    <dgm:pt modelId="{CE73ED74-D9E8-476A-B66F-4D83BB157B44}" type="pres">
      <dgm:prSet presAssocID="{2F172904-CAE6-4778-A475-3A8A033A4C3B}" presName="root" presStyleCnt="0">
        <dgm:presLayoutVars>
          <dgm:dir/>
          <dgm:resizeHandles val="exact"/>
        </dgm:presLayoutVars>
      </dgm:prSet>
      <dgm:spPr/>
    </dgm:pt>
    <dgm:pt modelId="{1E85C4EE-97F6-402F-9AE1-B127AFB074DC}" type="pres">
      <dgm:prSet presAssocID="{55B4F926-2D47-48E6-8A48-EDD20A482FD8}" presName="compNode" presStyleCnt="0"/>
      <dgm:spPr/>
    </dgm:pt>
    <dgm:pt modelId="{68C86237-71D1-4248-A601-45BCE1AFB06B}" type="pres">
      <dgm:prSet presAssocID="{55B4F926-2D47-48E6-8A48-EDD20A482FD8}" presName="iconBgRect" presStyleLbl="bgShp" presStyleIdx="0" presStyleCnt="5"/>
      <dgm:spPr/>
    </dgm:pt>
    <dgm:pt modelId="{C1170874-013D-41F5-B455-7B683C422ADC}" type="pres">
      <dgm:prSet presAssocID="{55B4F926-2D47-48E6-8A48-EDD20A482FD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9817F0BD-4B47-462A-A1A9-15C95CADE287}" type="pres">
      <dgm:prSet presAssocID="{55B4F926-2D47-48E6-8A48-EDD20A482FD8}" presName="spaceRect" presStyleCnt="0"/>
      <dgm:spPr/>
    </dgm:pt>
    <dgm:pt modelId="{5E0485AD-B941-4392-8804-385758BCFB4F}" type="pres">
      <dgm:prSet presAssocID="{55B4F926-2D47-48E6-8A48-EDD20A482FD8}" presName="textRect" presStyleLbl="revTx" presStyleIdx="0" presStyleCnt="5">
        <dgm:presLayoutVars>
          <dgm:chMax val="1"/>
          <dgm:chPref val="1"/>
        </dgm:presLayoutVars>
      </dgm:prSet>
      <dgm:spPr/>
    </dgm:pt>
    <dgm:pt modelId="{49C12FBB-E752-4F91-B1BD-B97D8E246B3D}" type="pres">
      <dgm:prSet presAssocID="{79B73C9C-DCA3-41DA-B8C6-D5555CABFFC1}" presName="sibTrans" presStyleCnt="0"/>
      <dgm:spPr/>
    </dgm:pt>
    <dgm:pt modelId="{27068595-2AFD-4EC9-8C42-86C1E255820E}" type="pres">
      <dgm:prSet presAssocID="{4FDECADA-3669-4BA2-912A-CB19E7676B94}" presName="compNode" presStyleCnt="0"/>
      <dgm:spPr/>
    </dgm:pt>
    <dgm:pt modelId="{E4D4C9D3-9336-47BE-A00B-A800FE4E8026}" type="pres">
      <dgm:prSet presAssocID="{4FDECADA-3669-4BA2-912A-CB19E7676B94}" presName="iconBgRect" presStyleLbl="bgShp" presStyleIdx="1" presStyleCnt="5"/>
      <dgm:spPr/>
    </dgm:pt>
    <dgm:pt modelId="{02C234A9-5B83-4C47-AA6F-7C0991809BC3}" type="pres">
      <dgm:prSet presAssocID="{4FDECADA-3669-4BA2-912A-CB19E7676B9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2545E2C1-5236-4377-A36D-DB4C51F66ED8}" type="pres">
      <dgm:prSet presAssocID="{4FDECADA-3669-4BA2-912A-CB19E7676B94}" presName="spaceRect" presStyleCnt="0"/>
      <dgm:spPr/>
    </dgm:pt>
    <dgm:pt modelId="{F58E0239-3256-444F-800F-4152402F4FD0}" type="pres">
      <dgm:prSet presAssocID="{4FDECADA-3669-4BA2-912A-CB19E7676B94}" presName="textRect" presStyleLbl="revTx" presStyleIdx="1" presStyleCnt="5">
        <dgm:presLayoutVars>
          <dgm:chMax val="1"/>
          <dgm:chPref val="1"/>
        </dgm:presLayoutVars>
      </dgm:prSet>
      <dgm:spPr/>
    </dgm:pt>
    <dgm:pt modelId="{B4C0DD6C-E1A0-4D82-AEB5-C41B7E2E2EDD}" type="pres">
      <dgm:prSet presAssocID="{A0807DFF-C345-4410-99DA-1DCB259BE103}" presName="sibTrans" presStyleCnt="0"/>
      <dgm:spPr/>
    </dgm:pt>
    <dgm:pt modelId="{9EA2FBB5-EE94-4FE8-B7EC-A5A20E6A2325}" type="pres">
      <dgm:prSet presAssocID="{3DEF31B6-0592-4762-AC79-80DCF7D6FF4F}" presName="compNode" presStyleCnt="0"/>
      <dgm:spPr/>
    </dgm:pt>
    <dgm:pt modelId="{3415EB50-875C-471B-B67F-85B64802F092}" type="pres">
      <dgm:prSet presAssocID="{3DEF31B6-0592-4762-AC79-80DCF7D6FF4F}" presName="iconBgRect" presStyleLbl="bgShp" presStyleIdx="2" presStyleCnt="5"/>
      <dgm:spPr/>
    </dgm:pt>
    <dgm:pt modelId="{F046E775-8E81-411C-9ADF-2EAFAC776433}" type="pres">
      <dgm:prSet presAssocID="{3DEF31B6-0592-4762-AC79-80DCF7D6FF4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DF8B7D2-F3E1-4517-80E4-112315EFE4BA}" type="pres">
      <dgm:prSet presAssocID="{3DEF31B6-0592-4762-AC79-80DCF7D6FF4F}" presName="spaceRect" presStyleCnt="0"/>
      <dgm:spPr/>
    </dgm:pt>
    <dgm:pt modelId="{726BD53A-5BF1-403E-8B4A-6FC1FDC73A29}" type="pres">
      <dgm:prSet presAssocID="{3DEF31B6-0592-4762-AC79-80DCF7D6FF4F}" presName="textRect" presStyleLbl="revTx" presStyleIdx="2" presStyleCnt="5">
        <dgm:presLayoutVars>
          <dgm:chMax val="1"/>
          <dgm:chPref val="1"/>
        </dgm:presLayoutVars>
      </dgm:prSet>
      <dgm:spPr/>
    </dgm:pt>
    <dgm:pt modelId="{2E7C8002-37FA-4FCC-ADF8-7680892E0482}" type="pres">
      <dgm:prSet presAssocID="{50B8B574-124A-4E4C-80FF-21BE87112431}" presName="sibTrans" presStyleCnt="0"/>
      <dgm:spPr/>
    </dgm:pt>
    <dgm:pt modelId="{B3F34FEB-6C39-45DB-9EB2-6059F2D0E1CA}" type="pres">
      <dgm:prSet presAssocID="{9B1C769E-273E-4430-B6C0-B0AC65BBB21A}" presName="compNode" presStyleCnt="0"/>
      <dgm:spPr/>
    </dgm:pt>
    <dgm:pt modelId="{07D79960-5404-426C-B776-9623F25B5D88}" type="pres">
      <dgm:prSet presAssocID="{9B1C769E-273E-4430-B6C0-B0AC65BBB21A}" presName="iconBgRect" presStyleLbl="bgShp" presStyleIdx="3" presStyleCnt="5"/>
      <dgm:spPr/>
    </dgm:pt>
    <dgm:pt modelId="{A3A880ED-5CEB-48F7-A784-59692665B5DA}" type="pres">
      <dgm:prSet presAssocID="{9B1C769E-273E-4430-B6C0-B0AC65BBB21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276066F-71F7-439A-9FBC-DFBD2B3E0E79}" type="pres">
      <dgm:prSet presAssocID="{9B1C769E-273E-4430-B6C0-B0AC65BBB21A}" presName="spaceRect" presStyleCnt="0"/>
      <dgm:spPr/>
    </dgm:pt>
    <dgm:pt modelId="{244A6B08-6863-438D-B05F-5CEC3D5E7B45}" type="pres">
      <dgm:prSet presAssocID="{9B1C769E-273E-4430-B6C0-B0AC65BBB21A}" presName="textRect" presStyleLbl="revTx" presStyleIdx="3" presStyleCnt="5">
        <dgm:presLayoutVars>
          <dgm:chMax val="1"/>
          <dgm:chPref val="1"/>
        </dgm:presLayoutVars>
      </dgm:prSet>
      <dgm:spPr/>
    </dgm:pt>
    <dgm:pt modelId="{B007DE1E-CD16-40CA-9F69-3A7F5427832A}" type="pres">
      <dgm:prSet presAssocID="{184471F1-6561-400A-84E5-340D0CC824F8}" presName="sibTrans" presStyleCnt="0"/>
      <dgm:spPr/>
    </dgm:pt>
    <dgm:pt modelId="{4BAF7A5B-8299-44FA-8C4D-0ABED0B374EB}" type="pres">
      <dgm:prSet presAssocID="{B0F038DB-987F-4E7F-84BA-4EA6D8ACBDE6}" presName="compNode" presStyleCnt="0"/>
      <dgm:spPr/>
    </dgm:pt>
    <dgm:pt modelId="{7D5165FE-05B8-4B12-99EA-13F642A7D5F2}" type="pres">
      <dgm:prSet presAssocID="{B0F038DB-987F-4E7F-84BA-4EA6D8ACBDE6}" presName="iconBgRect" presStyleLbl="bgShp" presStyleIdx="4" presStyleCnt="5"/>
      <dgm:spPr/>
    </dgm:pt>
    <dgm:pt modelId="{0CEFF206-0643-4820-AC54-B69CAB6EC955}" type="pres">
      <dgm:prSet presAssocID="{B0F038DB-987F-4E7F-84BA-4EA6D8ACBDE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43341CC7-EBD7-4BD2-BAC6-921C6BC40099}" type="pres">
      <dgm:prSet presAssocID="{B0F038DB-987F-4E7F-84BA-4EA6D8ACBDE6}" presName="spaceRect" presStyleCnt="0"/>
      <dgm:spPr/>
    </dgm:pt>
    <dgm:pt modelId="{4EC24854-508E-440F-BB8F-85B3CC8FE79D}" type="pres">
      <dgm:prSet presAssocID="{B0F038DB-987F-4E7F-84BA-4EA6D8ACBDE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DCB3020-1B2F-4C1C-AED3-B044E329D5D2}" type="presOf" srcId="{9B1C769E-273E-4430-B6C0-B0AC65BBB21A}" destId="{244A6B08-6863-438D-B05F-5CEC3D5E7B45}" srcOrd="0" destOrd="0" presId="urn:microsoft.com/office/officeart/2018/5/layout/IconCircleLabelList"/>
    <dgm:cxn modelId="{3C434F24-4D4F-45D9-8588-0D726FCF0F7A}" srcId="{2F172904-CAE6-4778-A475-3A8A033A4C3B}" destId="{4FDECADA-3669-4BA2-912A-CB19E7676B94}" srcOrd="1" destOrd="0" parTransId="{5A21843F-7702-44A3-8DD8-F8DB7FB498EE}" sibTransId="{A0807DFF-C345-4410-99DA-1DCB259BE103}"/>
    <dgm:cxn modelId="{B2E91D29-AECD-4CFC-8F43-EA6DF6FE6CD0}" type="presOf" srcId="{2F172904-CAE6-4778-A475-3A8A033A4C3B}" destId="{CE73ED74-D9E8-476A-B66F-4D83BB157B44}" srcOrd="0" destOrd="0" presId="urn:microsoft.com/office/officeart/2018/5/layout/IconCircleLabelList"/>
    <dgm:cxn modelId="{0F6C122B-BC25-48E6-BACD-056FAE458A42}" srcId="{2F172904-CAE6-4778-A475-3A8A033A4C3B}" destId="{9B1C769E-273E-4430-B6C0-B0AC65BBB21A}" srcOrd="3" destOrd="0" parTransId="{D6EDE77D-4FCE-4C8F-8223-7BBFA8CC659C}" sibTransId="{184471F1-6561-400A-84E5-340D0CC824F8}"/>
    <dgm:cxn modelId="{5986F73D-C5F0-4FE9-A959-BA399A34CB1C}" type="presOf" srcId="{55B4F926-2D47-48E6-8A48-EDD20A482FD8}" destId="{5E0485AD-B941-4392-8804-385758BCFB4F}" srcOrd="0" destOrd="0" presId="urn:microsoft.com/office/officeart/2018/5/layout/IconCircleLabelList"/>
    <dgm:cxn modelId="{D6861140-70C2-481E-956B-4EA297F37ED1}" type="presOf" srcId="{3DEF31B6-0592-4762-AC79-80DCF7D6FF4F}" destId="{726BD53A-5BF1-403E-8B4A-6FC1FDC73A29}" srcOrd="0" destOrd="0" presId="urn:microsoft.com/office/officeart/2018/5/layout/IconCircleLabelList"/>
    <dgm:cxn modelId="{C0609D4E-A761-4D64-9205-0E6F139D0409}" type="presOf" srcId="{4FDECADA-3669-4BA2-912A-CB19E7676B94}" destId="{F58E0239-3256-444F-800F-4152402F4FD0}" srcOrd="0" destOrd="0" presId="urn:microsoft.com/office/officeart/2018/5/layout/IconCircleLabelList"/>
    <dgm:cxn modelId="{0ABFCD88-CAB6-420E-9022-23042D111227}" srcId="{2F172904-CAE6-4778-A475-3A8A033A4C3B}" destId="{55B4F926-2D47-48E6-8A48-EDD20A482FD8}" srcOrd="0" destOrd="0" parTransId="{20C35F99-9FDF-468E-B0BA-05D855B3386A}" sibTransId="{79B73C9C-DCA3-41DA-B8C6-D5555CABFFC1}"/>
    <dgm:cxn modelId="{8B469ACD-4DF2-41C7-9BD7-A90ADF25E4A8}" type="presOf" srcId="{B0F038DB-987F-4E7F-84BA-4EA6D8ACBDE6}" destId="{4EC24854-508E-440F-BB8F-85B3CC8FE79D}" srcOrd="0" destOrd="0" presId="urn:microsoft.com/office/officeart/2018/5/layout/IconCircleLabelList"/>
    <dgm:cxn modelId="{3DB7CBD6-1311-4FA3-B521-1C407660C8F3}" srcId="{2F172904-CAE6-4778-A475-3A8A033A4C3B}" destId="{3DEF31B6-0592-4762-AC79-80DCF7D6FF4F}" srcOrd="2" destOrd="0" parTransId="{F3B21B05-9783-4CF9-838B-6A04ADF66904}" sibTransId="{50B8B574-124A-4E4C-80FF-21BE87112431}"/>
    <dgm:cxn modelId="{2CC3BBEC-4392-4CF2-B000-3C4715BB38FE}" srcId="{2F172904-CAE6-4778-A475-3A8A033A4C3B}" destId="{B0F038DB-987F-4E7F-84BA-4EA6D8ACBDE6}" srcOrd="4" destOrd="0" parTransId="{8F9E0AEA-C419-4214-9DCF-7689801F9AFF}" sibTransId="{29A37CD9-75B3-40FD-923D-66DBFF391714}"/>
    <dgm:cxn modelId="{0D55FF07-B822-4BE1-8B8C-9B621BEA0F17}" type="presParOf" srcId="{CE73ED74-D9E8-476A-B66F-4D83BB157B44}" destId="{1E85C4EE-97F6-402F-9AE1-B127AFB074DC}" srcOrd="0" destOrd="0" presId="urn:microsoft.com/office/officeart/2018/5/layout/IconCircleLabelList"/>
    <dgm:cxn modelId="{5A8B28A4-E93A-4365-B41C-8BEE6446083D}" type="presParOf" srcId="{1E85C4EE-97F6-402F-9AE1-B127AFB074DC}" destId="{68C86237-71D1-4248-A601-45BCE1AFB06B}" srcOrd="0" destOrd="0" presId="urn:microsoft.com/office/officeart/2018/5/layout/IconCircleLabelList"/>
    <dgm:cxn modelId="{BA4FEB09-5EBF-4844-AD9D-E9AB5DE2F60D}" type="presParOf" srcId="{1E85C4EE-97F6-402F-9AE1-B127AFB074DC}" destId="{C1170874-013D-41F5-B455-7B683C422ADC}" srcOrd="1" destOrd="0" presId="urn:microsoft.com/office/officeart/2018/5/layout/IconCircleLabelList"/>
    <dgm:cxn modelId="{B9A7E436-0EFC-4126-87DB-46796A0A9417}" type="presParOf" srcId="{1E85C4EE-97F6-402F-9AE1-B127AFB074DC}" destId="{9817F0BD-4B47-462A-A1A9-15C95CADE287}" srcOrd="2" destOrd="0" presId="urn:microsoft.com/office/officeart/2018/5/layout/IconCircleLabelList"/>
    <dgm:cxn modelId="{DB1C6F08-426A-472B-B54E-8B37BE7753E6}" type="presParOf" srcId="{1E85C4EE-97F6-402F-9AE1-B127AFB074DC}" destId="{5E0485AD-B941-4392-8804-385758BCFB4F}" srcOrd="3" destOrd="0" presId="urn:microsoft.com/office/officeart/2018/5/layout/IconCircleLabelList"/>
    <dgm:cxn modelId="{2F57FA79-D552-4619-BA02-09FBD1705307}" type="presParOf" srcId="{CE73ED74-D9E8-476A-B66F-4D83BB157B44}" destId="{49C12FBB-E752-4F91-B1BD-B97D8E246B3D}" srcOrd="1" destOrd="0" presId="urn:microsoft.com/office/officeart/2018/5/layout/IconCircleLabelList"/>
    <dgm:cxn modelId="{0E7BDFBD-704F-4F0B-8A08-36801076CA4F}" type="presParOf" srcId="{CE73ED74-D9E8-476A-B66F-4D83BB157B44}" destId="{27068595-2AFD-4EC9-8C42-86C1E255820E}" srcOrd="2" destOrd="0" presId="urn:microsoft.com/office/officeart/2018/5/layout/IconCircleLabelList"/>
    <dgm:cxn modelId="{646DF40E-EE33-4F2D-9069-8354594D9662}" type="presParOf" srcId="{27068595-2AFD-4EC9-8C42-86C1E255820E}" destId="{E4D4C9D3-9336-47BE-A00B-A800FE4E8026}" srcOrd="0" destOrd="0" presId="urn:microsoft.com/office/officeart/2018/5/layout/IconCircleLabelList"/>
    <dgm:cxn modelId="{E46584B9-4875-4718-ADBF-51E433B1DAB4}" type="presParOf" srcId="{27068595-2AFD-4EC9-8C42-86C1E255820E}" destId="{02C234A9-5B83-4C47-AA6F-7C0991809BC3}" srcOrd="1" destOrd="0" presId="urn:microsoft.com/office/officeart/2018/5/layout/IconCircleLabelList"/>
    <dgm:cxn modelId="{B2A1141D-ADC0-4F68-B536-49411000A180}" type="presParOf" srcId="{27068595-2AFD-4EC9-8C42-86C1E255820E}" destId="{2545E2C1-5236-4377-A36D-DB4C51F66ED8}" srcOrd="2" destOrd="0" presId="urn:microsoft.com/office/officeart/2018/5/layout/IconCircleLabelList"/>
    <dgm:cxn modelId="{48988E7C-7076-46C5-A6EF-3EF88F5B8EF8}" type="presParOf" srcId="{27068595-2AFD-4EC9-8C42-86C1E255820E}" destId="{F58E0239-3256-444F-800F-4152402F4FD0}" srcOrd="3" destOrd="0" presId="urn:microsoft.com/office/officeart/2018/5/layout/IconCircleLabelList"/>
    <dgm:cxn modelId="{53C1134E-35F7-4D3D-91E4-71204C2B15B2}" type="presParOf" srcId="{CE73ED74-D9E8-476A-B66F-4D83BB157B44}" destId="{B4C0DD6C-E1A0-4D82-AEB5-C41B7E2E2EDD}" srcOrd="3" destOrd="0" presId="urn:microsoft.com/office/officeart/2018/5/layout/IconCircleLabelList"/>
    <dgm:cxn modelId="{5514A922-ABE8-4382-95DB-4A1E5DFE9E40}" type="presParOf" srcId="{CE73ED74-D9E8-476A-B66F-4D83BB157B44}" destId="{9EA2FBB5-EE94-4FE8-B7EC-A5A20E6A2325}" srcOrd="4" destOrd="0" presId="urn:microsoft.com/office/officeart/2018/5/layout/IconCircleLabelList"/>
    <dgm:cxn modelId="{A84465A2-4293-4ABB-851A-4B269C5C4097}" type="presParOf" srcId="{9EA2FBB5-EE94-4FE8-B7EC-A5A20E6A2325}" destId="{3415EB50-875C-471B-B67F-85B64802F092}" srcOrd="0" destOrd="0" presId="urn:microsoft.com/office/officeart/2018/5/layout/IconCircleLabelList"/>
    <dgm:cxn modelId="{2AD298CE-B25D-445A-9691-E7CF397E7D83}" type="presParOf" srcId="{9EA2FBB5-EE94-4FE8-B7EC-A5A20E6A2325}" destId="{F046E775-8E81-411C-9ADF-2EAFAC776433}" srcOrd="1" destOrd="0" presId="urn:microsoft.com/office/officeart/2018/5/layout/IconCircleLabelList"/>
    <dgm:cxn modelId="{14759395-C15B-4080-A78A-E8A82580B113}" type="presParOf" srcId="{9EA2FBB5-EE94-4FE8-B7EC-A5A20E6A2325}" destId="{5DF8B7D2-F3E1-4517-80E4-112315EFE4BA}" srcOrd="2" destOrd="0" presId="urn:microsoft.com/office/officeart/2018/5/layout/IconCircleLabelList"/>
    <dgm:cxn modelId="{55FDCF54-3654-425B-8646-8033D82FD20B}" type="presParOf" srcId="{9EA2FBB5-EE94-4FE8-B7EC-A5A20E6A2325}" destId="{726BD53A-5BF1-403E-8B4A-6FC1FDC73A29}" srcOrd="3" destOrd="0" presId="urn:microsoft.com/office/officeart/2018/5/layout/IconCircleLabelList"/>
    <dgm:cxn modelId="{7051DBDF-834F-4E0D-9E4D-C6CC5C52E8E5}" type="presParOf" srcId="{CE73ED74-D9E8-476A-B66F-4D83BB157B44}" destId="{2E7C8002-37FA-4FCC-ADF8-7680892E0482}" srcOrd="5" destOrd="0" presId="urn:microsoft.com/office/officeart/2018/5/layout/IconCircleLabelList"/>
    <dgm:cxn modelId="{FFF5141C-E748-48B0-8EB0-F608D918C04C}" type="presParOf" srcId="{CE73ED74-D9E8-476A-B66F-4D83BB157B44}" destId="{B3F34FEB-6C39-45DB-9EB2-6059F2D0E1CA}" srcOrd="6" destOrd="0" presId="urn:microsoft.com/office/officeart/2018/5/layout/IconCircleLabelList"/>
    <dgm:cxn modelId="{FBCA3B21-51AF-493E-AEB1-BF013D374275}" type="presParOf" srcId="{B3F34FEB-6C39-45DB-9EB2-6059F2D0E1CA}" destId="{07D79960-5404-426C-B776-9623F25B5D88}" srcOrd="0" destOrd="0" presId="urn:microsoft.com/office/officeart/2018/5/layout/IconCircleLabelList"/>
    <dgm:cxn modelId="{7221745C-83CA-403B-B736-1E47A150D328}" type="presParOf" srcId="{B3F34FEB-6C39-45DB-9EB2-6059F2D0E1CA}" destId="{A3A880ED-5CEB-48F7-A784-59692665B5DA}" srcOrd="1" destOrd="0" presId="urn:microsoft.com/office/officeart/2018/5/layout/IconCircleLabelList"/>
    <dgm:cxn modelId="{C51BCB6B-5DB7-4FCA-9271-0E7B847C08C9}" type="presParOf" srcId="{B3F34FEB-6C39-45DB-9EB2-6059F2D0E1CA}" destId="{9276066F-71F7-439A-9FBC-DFBD2B3E0E79}" srcOrd="2" destOrd="0" presId="urn:microsoft.com/office/officeart/2018/5/layout/IconCircleLabelList"/>
    <dgm:cxn modelId="{364D2AB9-FB49-4C6B-9FEB-80944862C392}" type="presParOf" srcId="{B3F34FEB-6C39-45DB-9EB2-6059F2D0E1CA}" destId="{244A6B08-6863-438D-B05F-5CEC3D5E7B45}" srcOrd="3" destOrd="0" presId="urn:microsoft.com/office/officeart/2018/5/layout/IconCircleLabelList"/>
    <dgm:cxn modelId="{AADF2530-7E36-4CDF-8A7E-6EC51ED78E37}" type="presParOf" srcId="{CE73ED74-D9E8-476A-B66F-4D83BB157B44}" destId="{B007DE1E-CD16-40CA-9F69-3A7F5427832A}" srcOrd="7" destOrd="0" presId="urn:microsoft.com/office/officeart/2018/5/layout/IconCircleLabelList"/>
    <dgm:cxn modelId="{760518EF-CAF3-46CE-86A4-AC8207E4B688}" type="presParOf" srcId="{CE73ED74-D9E8-476A-B66F-4D83BB157B44}" destId="{4BAF7A5B-8299-44FA-8C4D-0ABED0B374EB}" srcOrd="8" destOrd="0" presId="urn:microsoft.com/office/officeart/2018/5/layout/IconCircleLabelList"/>
    <dgm:cxn modelId="{154B0353-477C-4D8D-ACEA-73B037EEAFEF}" type="presParOf" srcId="{4BAF7A5B-8299-44FA-8C4D-0ABED0B374EB}" destId="{7D5165FE-05B8-4B12-99EA-13F642A7D5F2}" srcOrd="0" destOrd="0" presId="urn:microsoft.com/office/officeart/2018/5/layout/IconCircleLabelList"/>
    <dgm:cxn modelId="{F67CAA29-214F-49F8-B21A-5F86509B6247}" type="presParOf" srcId="{4BAF7A5B-8299-44FA-8C4D-0ABED0B374EB}" destId="{0CEFF206-0643-4820-AC54-B69CAB6EC955}" srcOrd="1" destOrd="0" presId="urn:microsoft.com/office/officeart/2018/5/layout/IconCircleLabelList"/>
    <dgm:cxn modelId="{97CF8D8F-ECF2-4577-87AF-2980C9A46D36}" type="presParOf" srcId="{4BAF7A5B-8299-44FA-8C4D-0ABED0B374EB}" destId="{43341CC7-EBD7-4BD2-BAC6-921C6BC40099}" srcOrd="2" destOrd="0" presId="urn:microsoft.com/office/officeart/2018/5/layout/IconCircleLabelList"/>
    <dgm:cxn modelId="{16D8019D-885E-4D0C-8C93-D71C2D0F3754}" type="presParOf" srcId="{4BAF7A5B-8299-44FA-8C4D-0ABED0B374EB}" destId="{4EC24854-508E-440F-BB8F-85B3CC8FE79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CCC1281-2B06-4330-B494-23EE31972B8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F6A0B1D-1A40-4777-81F1-15998C64B56B}">
      <dgm:prSet/>
      <dgm:spPr>
        <a:solidFill>
          <a:srgbClr val="00B0F0"/>
        </a:solidFill>
      </dgm:spPr>
      <dgm:t>
        <a:bodyPr/>
        <a:lstStyle/>
        <a:p>
          <a:r>
            <a:rPr lang="en-US"/>
            <a:t>LR errors:</a:t>
          </a:r>
        </a:p>
      </dgm:t>
    </dgm:pt>
    <dgm:pt modelId="{B22A483E-C830-4EAB-8112-C41120B3BC36}" type="parTrans" cxnId="{E98B615C-5082-49FE-9EB0-59CA3153AFCC}">
      <dgm:prSet/>
      <dgm:spPr/>
      <dgm:t>
        <a:bodyPr/>
        <a:lstStyle/>
        <a:p>
          <a:endParaRPr lang="en-US"/>
        </a:p>
      </dgm:t>
    </dgm:pt>
    <dgm:pt modelId="{D391878A-DD59-4825-B250-3AB7492AC3CE}" type="sibTrans" cxnId="{E98B615C-5082-49FE-9EB0-59CA3153AFCC}">
      <dgm:prSet/>
      <dgm:spPr/>
      <dgm:t>
        <a:bodyPr/>
        <a:lstStyle/>
        <a:p>
          <a:endParaRPr lang="en-US"/>
        </a:p>
      </dgm:t>
    </dgm:pt>
    <dgm:pt modelId="{D707AE66-7087-4316-8785-DF78E27CDA2A}">
      <dgm:prSet/>
      <dgm:spPr/>
      <dgm:t>
        <a:bodyPr/>
        <a:lstStyle/>
        <a:p>
          <a:r>
            <a:rPr lang="en-US"/>
            <a:t>short text</a:t>
          </a:r>
        </a:p>
      </dgm:t>
    </dgm:pt>
    <dgm:pt modelId="{EE1731E8-8BDD-457E-A60A-366AA74D1934}" type="parTrans" cxnId="{EB01EAC6-6AF9-411F-8F73-EAAF74C00F2B}">
      <dgm:prSet/>
      <dgm:spPr/>
      <dgm:t>
        <a:bodyPr/>
        <a:lstStyle/>
        <a:p>
          <a:endParaRPr lang="en-US"/>
        </a:p>
      </dgm:t>
    </dgm:pt>
    <dgm:pt modelId="{0029D6CE-0FB0-4733-A383-49342E749992}" type="sibTrans" cxnId="{EB01EAC6-6AF9-411F-8F73-EAAF74C00F2B}">
      <dgm:prSet/>
      <dgm:spPr/>
      <dgm:t>
        <a:bodyPr/>
        <a:lstStyle/>
        <a:p>
          <a:endParaRPr lang="en-US"/>
        </a:p>
      </dgm:t>
    </dgm:pt>
    <dgm:pt modelId="{29875E58-B05B-457B-9BE0-113788445B75}">
      <dgm:prSet/>
      <dgm:spPr/>
      <dgm:t>
        <a:bodyPr/>
        <a:lstStyle/>
        <a:p>
          <a:r>
            <a:rPr lang="en-US" dirty="0"/>
            <a:t>unusual phrasing</a:t>
          </a:r>
        </a:p>
      </dgm:t>
    </dgm:pt>
    <dgm:pt modelId="{C41E63D5-8242-4C1A-BF69-F41F8269347E}" type="parTrans" cxnId="{6B816D0C-3431-4E44-9651-527A2938FC22}">
      <dgm:prSet/>
      <dgm:spPr/>
      <dgm:t>
        <a:bodyPr/>
        <a:lstStyle/>
        <a:p>
          <a:endParaRPr lang="en-US"/>
        </a:p>
      </dgm:t>
    </dgm:pt>
    <dgm:pt modelId="{049F1EAE-6686-4CD3-80BF-73DC80B26F47}" type="sibTrans" cxnId="{6B816D0C-3431-4E44-9651-527A2938FC22}">
      <dgm:prSet/>
      <dgm:spPr/>
      <dgm:t>
        <a:bodyPr/>
        <a:lstStyle/>
        <a:p>
          <a:endParaRPr lang="en-US"/>
        </a:p>
      </dgm:t>
    </dgm:pt>
    <dgm:pt modelId="{C9CF498E-8F56-4742-9494-AF30A0D95E41}">
      <dgm:prSet/>
      <dgm:spPr/>
      <dgm:t>
        <a:bodyPr/>
        <a:lstStyle/>
        <a:p>
          <a:r>
            <a:rPr lang="en-US"/>
            <a:t>lacking context</a:t>
          </a:r>
        </a:p>
      </dgm:t>
    </dgm:pt>
    <dgm:pt modelId="{22569C7A-95CA-4DF3-8AB4-EA9B834D5FBF}" type="parTrans" cxnId="{DCE39166-69DE-4B56-B06D-0C42950D98CC}">
      <dgm:prSet/>
      <dgm:spPr/>
      <dgm:t>
        <a:bodyPr/>
        <a:lstStyle/>
        <a:p>
          <a:endParaRPr lang="en-US"/>
        </a:p>
      </dgm:t>
    </dgm:pt>
    <dgm:pt modelId="{4E735E97-6712-4249-A554-E933CA01793C}" type="sibTrans" cxnId="{DCE39166-69DE-4B56-B06D-0C42950D98CC}">
      <dgm:prSet/>
      <dgm:spPr/>
      <dgm:t>
        <a:bodyPr/>
        <a:lstStyle/>
        <a:p>
          <a:endParaRPr lang="en-US"/>
        </a:p>
      </dgm:t>
    </dgm:pt>
    <dgm:pt modelId="{DF8B1E36-8AA9-44B2-A688-797C18BA9726}">
      <dgm:prSet/>
      <dgm:spPr>
        <a:solidFill>
          <a:srgbClr val="00B0F0"/>
        </a:solidFill>
      </dgm:spPr>
      <dgm:t>
        <a:bodyPr/>
        <a:lstStyle/>
        <a:p>
          <a:r>
            <a:rPr lang="en-US"/>
            <a:t>BERT errors:</a:t>
          </a:r>
        </a:p>
      </dgm:t>
    </dgm:pt>
    <dgm:pt modelId="{98EC17CE-C38A-4C38-AE8A-395C992EF319}" type="parTrans" cxnId="{8EC24E6A-EEA9-4BE1-8BFF-A73FBA6C44FF}">
      <dgm:prSet/>
      <dgm:spPr/>
      <dgm:t>
        <a:bodyPr/>
        <a:lstStyle/>
        <a:p>
          <a:endParaRPr lang="en-US"/>
        </a:p>
      </dgm:t>
    </dgm:pt>
    <dgm:pt modelId="{00F2F162-4DB8-4E98-9158-3CF77C03F59D}" type="sibTrans" cxnId="{8EC24E6A-EEA9-4BE1-8BFF-A73FBA6C44FF}">
      <dgm:prSet/>
      <dgm:spPr/>
      <dgm:t>
        <a:bodyPr/>
        <a:lstStyle/>
        <a:p>
          <a:endParaRPr lang="en-US"/>
        </a:p>
      </dgm:t>
    </dgm:pt>
    <dgm:pt modelId="{A8C70C64-A738-4523-B06B-A17A677BE47C}">
      <dgm:prSet/>
      <dgm:spPr/>
      <dgm:t>
        <a:bodyPr/>
        <a:lstStyle/>
        <a:p>
          <a:r>
            <a:rPr lang="en-US"/>
            <a:t>satire-like articles</a:t>
          </a:r>
        </a:p>
      </dgm:t>
    </dgm:pt>
    <dgm:pt modelId="{0619BD1C-C516-4574-B22A-22609C57AF13}" type="parTrans" cxnId="{BDE6297D-B8B1-4F22-8FB3-2D787E511876}">
      <dgm:prSet/>
      <dgm:spPr/>
      <dgm:t>
        <a:bodyPr/>
        <a:lstStyle/>
        <a:p>
          <a:endParaRPr lang="en-US"/>
        </a:p>
      </dgm:t>
    </dgm:pt>
    <dgm:pt modelId="{467E1E0A-AEF8-4454-80CB-72E757BE28A0}" type="sibTrans" cxnId="{BDE6297D-B8B1-4F22-8FB3-2D787E511876}">
      <dgm:prSet/>
      <dgm:spPr/>
      <dgm:t>
        <a:bodyPr/>
        <a:lstStyle/>
        <a:p>
          <a:endParaRPr lang="en-US"/>
        </a:p>
      </dgm:t>
    </dgm:pt>
    <dgm:pt modelId="{3840FB1C-7204-477F-BA04-D4234390175E}">
      <dgm:prSet/>
      <dgm:spPr/>
      <dgm:t>
        <a:bodyPr/>
        <a:lstStyle/>
        <a:p>
          <a:r>
            <a:rPr lang="en-US"/>
            <a:t>emotional language</a:t>
          </a:r>
        </a:p>
      </dgm:t>
    </dgm:pt>
    <dgm:pt modelId="{BF981937-983F-46E7-A044-727D06578F58}" type="parTrans" cxnId="{1B623F7F-04E3-416C-8E00-A0DF5E8B9F85}">
      <dgm:prSet/>
      <dgm:spPr/>
      <dgm:t>
        <a:bodyPr/>
        <a:lstStyle/>
        <a:p>
          <a:endParaRPr lang="en-US"/>
        </a:p>
      </dgm:t>
    </dgm:pt>
    <dgm:pt modelId="{BAC200C0-231A-44C9-A333-AE203A8536E2}" type="sibTrans" cxnId="{1B623F7F-04E3-416C-8E00-A0DF5E8B9F85}">
      <dgm:prSet/>
      <dgm:spPr/>
      <dgm:t>
        <a:bodyPr/>
        <a:lstStyle/>
        <a:p>
          <a:endParaRPr lang="en-US"/>
        </a:p>
      </dgm:t>
    </dgm:pt>
    <dgm:pt modelId="{0BCB980D-F3F4-4D69-A582-C1F335FDC82D}">
      <dgm:prSet/>
      <dgm:spPr/>
      <dgm:t>
        <a:bodyPr/>
        <a:lstStyle/>
        <a:p>
          <a:r>
            <a:rPr lang="en-US"/>
            <a:t>ambiguous real news</a:t>
          </a:r>
        </a:p>
      </dgm:t>
    </dgm:pt>
    <dgm:pt modelId="{9FD1375E-E356-4276-9898-2561A9CCBB08}" type="parTrans" cxnId="{147928A9-66B1-4878-A5DD-FB6DA0206D50}">
      <dgm:prSet/>
      <dgm:spPr/>
      <dgm:t>
        <a:bodyPr/>
        <a:lstStyle/>
        <a:p>
          <a:endParaRPr lang="en-US"/>
        </a:p>
      </dgm:t>
    </dgm:pt>
    <dgm:pt modelId="{86C4827D-6E01-4352-99A9-2ABBBE2208BA}" type="sibTrans" cxnId="{147928A9-66B1-4878-A5DD-FB6DA0206D50}">
      <dgm:prSet/>
      <dgm:spPr/>
      <dgm:t>
        <a:bodyPr/>
        <a:lstStyle/>
        <a:p>
          <a:endParaRPr lang="en-US"/>
        </a:p>
      </dgm:t>
    </dgm:pt>
    <dgm:pt modelId="{5759430A-4857-41FD-9520-FEE3868E9DED}">
      <dgm:prSet/>
      <dgm:spPr>
        <a:solidFill>
          <a:srgbClr val="00B0F0"/>
        </a:solidFill>
      </dgm:spPr>
      <dgm:t>
        <a:bodyPr/>
        <a:lstStyle/>
        <a:p>
          <a:r>
            <a:rPr lang="en-US"/>
            <a:t>High-confidence wrong predictions examined</a:t>
          </a:r>
        </a:p>
      </dgm:t>
    </dgm:pt>
    <dgm:pt modelId="{2AB10905-9FC3-4C22-8011-94FEA8861C17}" type="parTrans" cxnId="{C9AB37FE-268A-4876-AA8B-5487CC817410}">
      <dgm:prSet/>
      <dgm:spPr/>
      <dgm:t>
        <a:bodyPr/>
        <a:lstStyle/>
        <a:p>
          <a:endParaRPr lang="en-US"/>
        </a:p>
      </dgm:t>
    </dgm:pt>
    <dgm:pt modelId="{2AEDE50B-F8E8-45B0-B14D-5CD993E88CEC}" type="sibTrans" cxnId="{C9AB37FE-268A-4876-AA8B-5487CC817410}">
      <dgm:prSet/>
      <dgm:spPr/>
      <dgm:t>
        <a:bodyPr/>
        <a:lstStyle/>
        <a:p>
          <a:endParaRPr lang="en-US"/>
        </a:p>
      </dgm:t>
    </dgm:pt>
    <dgm:pt modelId="{558100EB-BFD1-4810-AAB3-8C9DBCC57DC6}" type="pres">
      <dgm:prSet presAssocID="{3CCC1281-2B06-4330-B494-23EE31972B82}" presName="linear" presStyleCnt="0">
        <dgm:presLayoutVars>
          <dgm:dir/>
          <dgm:animLvl val="lvl"/>
          <dgm:resizeHandles val="exact"/>
        </dgm:presLayoutVars>
      </dgm:prSet>
      <dgm:spPr/>
    </dgm:pt>
    <dgm:pt modelId="{5F229AB1-EB41-4FB9-9D17-92628A5B6E41}" type="pres">
      <dgm:prSet presAssocID="{0F6A0B1D-1A40-4777-81F1-15998C64B56B}" presName="parentLin" presStyleCnt="0"/>
      <dgm:spPr/>
    </dgm:pt>
    <dgm:pt modelId="{7671745D-F2B6-44E6-8463-0315A7F05B24}" type="pres">
      <dgm:prSet presAssocID="{0F6A0B1D-1A40-4777-81F1-15998C64B56B}" presName="parentLeftMargin" presStyleLbl="node1" presStyleIdx="0" presStyleCnt="3"/>
      <dgm:spPr/>
    </dgm:pt>
    <dgm:pt modelId="{7ED7E9D1-5C37-416C-A4AE-CAD7CB5A1DDB}" type="pres">
      <dgm:prSet presAssocID="{0F6A0B1D-1A40-4777-81F1-15998C64B56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385F281-E123-475B-B93F-8D96C1FB168E}" type="pres">
      <dgm:prSet presAssocID="{0F6A0B1D-1A40-4777-81F1-15998C64B56B}" presName="negativeSpace" presStyleCnt="0"/>
      <dgm:spPr/>
    </dgm:pt>
    <dgm:pt modelId="{DD440C27-17D8-466D-BDDB-DE7734295B0F}" type="pres">
      <dgm:prSet presAssocID="{0F6A0B1D-1A40-4777-81F1-15998C64B56B}" presName="childText" presStyleLbl="conFgAcc1" presStyleIdx="0" presStyleCnt="3" custLinFactY="-2347" custLinFactNeighborX="483" custLinFactNeighborY="-100000">
        <dgm:presLayoutVars>
          <dgm:bulletEnabled val="1"/>
        </dgm:presLayoutVars>
      </dgm:prSet>
      <dgm:spPr/>
    </dgm:pt>
    <dgm:pt modelId="{4D1AFBB2-B71F-4CEB-A49D-64D2053CB42B}" type="pres">
      <dgm:prSet presAssocID="{D391878A-DD59-4825-B250-3AB7492AC3CE}" presName="spaceBetweenRectangles" presStyleCnt="0"/>
      <dgm:spPr/>
    </dgm:pt>
    <dgm:pt modelId="{EBE4E72B-1B0F-4F20-91B3-1AEE579FF1C1}" type="pres">
      <dgm:prSet presAssocID="{DF8B1E36-8AA9-44B2-A688-797C18BA9726}" presName="parentLin" presStyleCnt="0"/>
      <dgm:spPr/>
    </dgm:pt>
    <dgm:pt modelId="{D5189070-47F4-4A83-B24E-407E119254B9}" type="pres">
      <dgm:prSet presAssocID="{DF8B1E36-8AA9-44B2-A688-797C18BA9726}" presName="parentLeftMargin" presStyleLbl="node1" presStyleIdx="0" presStyleCnt="3"/>
      <dgm:spPr/>
    </dgm:pt>
    <dgm:pt modelId="{61C036D6-19CF-447F-B8AE-156EB010797B}" type="pres">
      <dgm:prSet presAssocID="{DF8B1E36-8AA9-44B2-A688-797C18BA972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BF5D31C-8079-4A35-8EBD-5ED93E39F6E1}" type="pres">
      <dgm:prSet presAssocID="{DF8B1E36-8AA9-44B2-A688-797C18BA9726}" presName="negativeSpace" presStyleCnt="0"/>
      <dgm:spPr/>
    </dgm:pt>
    <dgm:pt modelId="{1237CEC2-95F9-4696-B86F-BE401E052385}" type="pres">
      <dgm:prSet presAssocID="{DF8B1E36-8AA9-44B2-A688-797C18BA9726}" presName="childText" presStyleLbl="conFgAcc1" presStyleIdx="1" presStyleCnt="3">
        <dgm:presLayoutVars>
          <dgm:bulletEnabled val="1"/>
        </dgm:presLayoutVars>
      </dgm:prSet>
      <dgm:spPr/>
    </dgm:pt>
    <dgm:pt modelId="{52C52478-D944-49B5-88F1-61B6F47D858F}" type="pres">
      <dgm:prSet presAssocID="{00F2F162-4DB8-4E98-9158-3CF77C03F59D}" presName="spaceBetweenRectangles" presStyleCnt="0"/>
      <dgm:spPr/>
    </dgm:pt>
    <dgm:pt modelId="{BDFC4E0F-5F81-419A-8F94-ECE46D086015}" type="pres">
      <dgm:prSet presAssocID="{5759430A-4857-41FD-9520-FEE3868E9DED}" presName="parentLin" presStyleCnt="0"/>
      <dgm:spPr/>
    </dgm:pt>
    <dgm:pt modelId="{C06F8477-CBE7-4AF0-9E93-8743BDA0D493}" type="pres">
      <dgm:prSet presAssocID="{5759430A-4857-41FD-9520-FEE3868E9DED}" presName="parentLeftMargin" presStyleLbl="node1" presStyleIdx="1" presStyleCnt="3"/>
      <dgm:spPr/>
    </dgm:pt>
    <dgm:pt modelId="{F95365E1-9E7B-419B-9A70-53FE89E74A00}" type="pres">
      <dgm:prSet presAssocID="{5759430A-4857-41FD-9520-FEE3868E9DE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079B5A4-1F45-4E98-88CD-6F4F2DC74CA0}" type="pres">
      <dgm:prSet presAssocID="{5759430A-4857-41FD-9520-FEE3868E9DED}" presName="negativeSpace" presStyleCnt="0"/>
      <dgm:spPr/>
    </dgm:pt>
    <dgm:pt modelId="{1A0CD623-05DB-4D48-9D8C-9CACFC141A83}" type="pres">
      <dgm:prSet presAssocID="{5759430A-4857-41FD-9520-FEE3868E9DE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B816D0C-3431-4E44-9651-527A2938FC22}" srcId="{0F6A0B1D-1A40-4777-81F1-15998C64B56B}" destId="{29875E58-B05B-457B-9BE0-113788445B75}" srcOrd="1" destOrd="0" parTransId="{C41E63D5-8242-4C1A-BF69-F41F8269347E}" sibTransId="{049F1EAE-6686-4CD3-80BF-73DC80B26F47}"/>
    <dgm:cxn modelId="{5E47100E-4C8B-4815-8BD0-9F3D1C64632D}" type="presOf" srcId="{3840FB1C-7204-477F-BA04-D4234390175E}" destId="{1237CEC2-95F9-4696-B86F-BE401E052385}" srcOrd="0" destOrd="1" presId="urn:microsoft.com/office/officeart/2005/8/layout/list1"/>
    <dgm:cxn modelId="{95372C10-C792-41D5-AC4C-0E55E6538FB5}" type="presOf" srcId="{DF8B1E36-8AA9-44B2-A688-797C18BA9726}" destId="{D5189070-47F4-4A83-B24E-407E119254B9}" srcOrd="0" destOrd="0" presId="urn:microsoft.com/office/officeart/2005/8/layout/list1"/>
    <dgm:cxn modelId="{24559A39-4428-4F96-AF27-9B11B567BEB1}" type="presOf" srcId="{A8C70C64-A738-4523-B06B-A17A677BE47C}" destId="{1237CEC2-95F9-4696-B86F-BE401E052385}" srcOrd="0" destOrd="0" presId="urn:microsoft.com/office/officeart/2005/8/layout/list1"/>
    <dgm:cxn modelId="{E98B615C-5082-49FE-9EB0-59CA3153AFCC}" srcId="{3CCC1281-2B06-4330-B494-23EE31972B82}" destId="{0F6A0B1D-1A40-4777-81F1-15998C64B56B}" srcOrd="0" destOrd="0" parTransId="{B22A483E-C830-4EAB-8112-C41120B3BC36}" sibTransId="{D391878A-DD59-4825-B250-3AB7492AC3CE}"/>
    <dgm:cxn modelId="{DCE39166-69DE-4B56-B06D-0C42950D98CC}" srcId="{0F6A0B1D-1A40-4777-81F1-15998C64B56B}" destId="{C9CF498E-8F56-4742-9494-AF30A0D95E41}" srcOrd="2" destOrd="0" parTransId="{22569C7A-95CA-4DF3-8AB4-EA9B834D5FBF}" sibTransId="{4E735E97-6712-4249-A554-E933CA01793C}"/>
    <dgm:cxn modelId="{12674A47-BFED-4B2C-BBD4-22EB837768BC}" type="presOf" srcId="{DF8B1E36-8AA9-44B2-A688-797C18BA9726}" destId="{61C036D6-19CF-447F-B8AE-156EB010797B}" srcOrd="1" destOrd="0" presId="urn:microsoft.com/office/officeart/2005/8/layout/list1"/>
    <dgm:cxn modelId="{8EC24E6A-EEA9-4BE1-8BFF-A73FBA6C44FF}" srcId="{3CCC1281-2B06-4330-B494-23EE31972B82}" destId="{DF8B1E36-8AA9-44B2-A688-797C18BA9726}" srcOrd="1" destOrd="0" parTransId="{98EC17CE-C38A-4C38-AE8A-395C992EF319}" sibTransId="{00F2F162-4DB8-4E98-9158-3CF77C03F59D}"/>
    <dgm:cxn modelId="{6B2E1152-F637-4DF5-94C2-6A4AC9C42B8B}" type="presOf" srcId="{29875E58-B05B-457B-9BE0-113788445B75}" destId="{DD440C27-17D8-466D-BDDB-DE7734295B0F}" srcOrd="0" destOrd="1" presId="urn:microsoft.com/office/officeart/2005/8/layout/list1"/>
    <dgm:cxn modelId="{F5112F7B-F696-4F37-BF12-D55A73179970}" type="presOf" srcId="{D707AE66-7087-4316-8785-DF78E27CDA2A}" destId="{DD440C27-17D8-466D-BDDB-DE7734295B0F}" srcOrd="0" destOrd="0" presId="urn:microsoft.com/office/officeart/2005/8/layout/list1"/>
    <dgm:cxn modelId="{BDE6297D-B8B1-4F22-8FB3-2D787E511876}" srcId="{DF8B1E36-8AA9-44B2-A688-797C18BA9726}" destId="{A8C70C64-A738-4523-B06B-A17A677BE47C}" srcOrd="0" destOrd="0" parTransId="{0619BD1C-C516-4574-B22A-22609C57AF13}" sibTransId="{467E1E0A-AEF8-4454-80CB-72E757BE28A0}"/>
    <dgm:cxn modelId="{1B623F7F-04E3-416C-8E00-A0DF5E8B9F85}" srcId="{DF8B1E36-8AA9-44B2-A688-797C18BA9726}" destId="{3840FB1C-7204-477F-BA04-D4234390175E}" srcOrd="1" destOrd="0" parTransId="{BF981937-983F-46E7-A044-727D06578F58}" sibTransId="{BAC200C0-231A-44C9-A333-AE203A8536E2}"/>
    <dgm:cxn modelId="{84AE918F-33EE-40DD-A7C1-4DA0D2EF0961}" type="presOf" srcId="{0F6A0B1D-1A40-4777-81F1-15998C64B56B}" destId="{7671745D-F2B6-44E6-8463-0315A7F05B24}" srcOrd="0" destOrd="0" presId="urn:microsoft.com/office/officeart/2005/8/layout/list1"/>
    <dgm:cxn modelId="{147928A9-66B1-4878-A5DD-FB6DA0206D50}" srcId="{DF8B1E36-8AA9-44B2-A688-797C18BA9726}" destId="{0BCB980D-F3F4-4D69-A582-C1F335FDC82D}" srcOrd="2" destOrd="0" parTransId="{9FD1375E-E356-4276-9898-2561A9CCBB08}" sibTransId="{86C4827D-6E01-4352-99A9-2ABBBE2208BA}"/>
    <dgm:cxn modelId="{BB7E04B6-4921-4A59-92EE-AE2E5168F30C}" type="presOf" srcId="{0BCB980D-F3F4-4D69-A582-C1F335FDC82D}" destId="{1237CEC2-95F9-4696-B86F-BE401E052385}" srcOrd="0" destOrd="2" presId="urn:microsoft.com/office/officeart/2005/8/layout/list1"/>
    <dgm:cxn modelId="{371B83B8-7E7A-4C89-9335-8D8C25A6587D}" type="presOf" srcId="{5759430A-4857-41FD-9520-FEE3868E9DED}" destId="{F95365E1-9E7B-419B-9A70-53FE89E74A00}" srcOrd="1" destOrd="0" presId="urn:microsoft.com/office/officeart/2005/8/layout/list1"/>
    <dgm:cxn modelId="{EB01EAC6-6AF9-411F-8F73-EAAF74C00F2B}" srcId="{0F6A0B1D-1A40-4777-81F1-15998C64B56B}" destId="{D707AE66-7087-4316-8785-DF78E27CDA2A}" srcOrd="0" destOrd="0" parTransId="{EE1731E8-8BDD-457E-A60A-366AA74D1934}" sibTransId="{0029D6CE-0FB0-4733-A383-49342E749992}"/>
    <dgm:cxn modelId="{875240C9-1C05-463F-A8FB-3CA5EF573059}" type="presOf" srcId="{0F6A0B1D-1A40-4777-81F1-15998C64B56B}" destId="{7ED7E9D1-5C37-416C-A4AE-CAD7CB5A1DDB}" srcOrd="1" destOrd="0" presId="urn:microsoft.com/office/officeart/2005/8/layout/list1"/>
    <dgm:cxn modelId="{7D7948D3-ABDF-4B77-9773-A0A357E82B24}" type="presOf" srcId="{3CCC1281-2B06-4330-B494-23EE31972B82}" destId="{558100EB-BFD1-4810-AAB3-8C9DBCC57DC6}" srcOrd="0" destOrd="0" presId="urn:microsoft.com/office/officeart/2005/8/layout/list1"/>
    <dgm:cxn modelId="{CC9CCAD3-A550-4CF3-9C83-EC0381DD6739}" type="presOf" srcId="{5759430A-4857-41FD-9520-FEE3868E9DED}" destId="{C06F8477-CBE7-4AF0-9E93-8743BDA0D493}" srcOrd="0" destOrd="0" presId="urn:microsoft.com/office/officeart/2005/8/layout/list1"/>
    <dgm:cxn modelId="{219CB0EE-D2B8-4991-89A3-2BADD7EE70AA}" type="presOf" srcId="{C9CF498E-8F56-4742-9494-AF30A0D95E41}" destId="{DD440C27-17D8-466D-BDDB-DE7734295B0F}" srcOrd="0" destOrd="2" presId="urn:microsoft.com/office/officeart/2005/8/layout/list1"/>
    <dgm:cxn modelId="{C9AB37FE-268A-4876-AA8B-5487CC817410}" srcId="{3CCC1281-2B06-4330-B494-23EE31972B82}" destId="{5759430A-4857-41FD-9520-FEE3868E9DED}" srcOrd="2" destOrd="0" parTransId="{2AB10905-9FC3-4C22-8011-94FEA8861C17}" sibTransId="{2AEDE50B-F8E8-45B0-B14D-5CD993E88CEC}"/>
    <dgm:cxn modelId="{1A534C46-CA89-4A87-8F90-EDDF9BD099A1}" type="presParOf" srcId="{558100EB-BFD1-4810-AAB3-8C9DBCC57DC6}" destId="{5F229AB1-EB41-4FB9-9D17-92628A5B6E41}" srcOrd="0" destOrd="0" presId="urn:microsoft.com/office/officeart/2005/8/layout/list1"/>
    <dgm:cxn modelId="{7C8919F7-746F-49F6-8A78-0EAAC3707B96}" type="presParOf" srcId="{5F229AB1-EB41-4FB9-9D17-92628A5B6E41}" destId="{7671745D-F2B6-44E6-8463-0315A7F05B24}" srcOrd="0" destOrd="0" presId="urn:microsoft.com/office/officeart/2005/8/layout/list1"/>
    <dgm:cxn modelId="{F3B9C6CD-636F-4B8B-873A-73BA5420A7DC}" type="presParOf" srcId="{5F229AB1-EB41-4FB9-9D17-92628A5B6E41}" destId="{7ED7E9D1-5C37-416C-A4AE-CAD7CB5A1DDB}" srcOrd="1" destOrd="0" presId="urn:microsoft.com/office/officeart/2005/8/layout/list1"/>
    <dgm:cxn modelId="{64C97355-2871-439E-8019-5EEAA3D3D926}" type="presParOf" srcId="{558100EB-BFD1-4810-AAB3-8C9DBCC57DC6}" destId="{4385F281-E123-475B-B93F-8D96C1FB168E}" srcOrd="1" destOrd="0" presId="urn:microsoft.com/office/officeart/2005/8/layout/list1"/>
    <dgm:cxn modelId="{6F57CB79-4174-40B9-9C55-A9E8C8B85EF1}" type="presParOf" srcId="{558100EB-BFD1-4810-AAB3-8C9DBCC57DC6}" destId="{DD440C27-17D8-466D-BDDB-DE7734295B0F}" srcOrd="2" destOrd="0" presId="urn:microsoft.com/office/officeart/2005/8/layout/list1"/>
    <dgm:cxn modelId="{0C3340AA-2738-4012-BD03-3DD1CC808625}" type="presParOf" srcId="{558100EB-BFD1-4810-AAB3-8C9DBCC57DC6}" destId="{4D1AFBB2-B71F-4CEB-A49D-64D2053CB42B}" srcOrd="3" destOrd="0" presId="urn:microsoft.com/office/officeart/2005/8/layout/list1"/>
    <dgm:cxn modelId="{F58DF2C2-3DE4-48DA-8D07-43D5986C401D}" type="presParOf" srcId="{558100EB-BFD1-4810-AAB3-8C9DBCC57DC6}" destId="{EBE4E72B-1B0F-4F20-91B3-1AEE579FF1C1}" srcOrd="4" destOrd="0" presId="urn:microsoft.com/office/officeart/2005/8/layout/list1"/>
    <dgm:cxn modelId="{9230F777-C542-4D37-A232-80CF8DA29EA1}" type="presParOf" srcId="{EBE4E72B-1B0F-4F20-91B3-1AEE579FF1C1}" destId="{D5189070-47F4-4A83-B24E-407E119254B9}" srcOrd="0" destOrd="0" presId="urn:microsoft.com/office/officeart/2005/8/layout/list1"/>
    <dgm:cxn modelId="{9A40557D-DA5E-497F-83F5-30E01CA863DD}" type="presParOf" srcId="{EBE4E72B-1B0F-4F20-91B3-1AEE579FF1C1}" destId="{61C036D6-19CF-447F-B8AE-156EB010797B}" srcOrd="1" destOrd="0" presId="urn:microsoft.com/office/officeart/2005/8/layout/list1"/>
    <dgm:cxn modelId="{CE6A18D5-472B-4F0C-A4C6-2881902793E3}" type="presParOf" srcId="{558100EB-BFD1-4810-AAB3-8C9DBCC57DC6}" destId="{7BF5D31C-8079-4A35-8EBD-5ED93E39F6E1}" srcOrd="5" destOrd="0" presId="urn:microsoft.com/office/officeart/2005/8/layout/list1"/>
    <dgm:cxn modelId="{BE4B71F5-77A5-4582-BA67-65255855CD1B}" type="presParOf" srcId="{558100EB-BFD1-4810-AAB3-8C9DBCC57DC6}" destId="{1237CEC2-95F9-4696-B86F-BE401E052385}" srcOrd="6" destOrd="0" presId="urn:microsoft.com/office/officeart/2005/8/layout/list1"/>
    <dgm:cxn modelId="{73DDB2EC-6A7A-4F69-AB47-2B69719A7966}" type="presParOf" srcId="{558100EB-BFD1-4810-AAB3-8C9DBCC57DC6}" destId="{52C52478-D944-49B5-88F1-61B6F47D858F}" srcOrd="7" destOrd="0" presId="urn:microsoft.com/office/officeart/2005/8/layout/list1"/>
    <dgm:cxn modelId="{63C06C15-7503-4F83-807C-A9E0E5FA9BB6}" type="presParOf" srcId="{558100EB-BFD1-4810-AAB3-8C9DBCC57DC6}" destId="{BDFC4E0F-5F81-419A-8F94-ECE46D086015}" srcOrd="8" destOrd="0" presId="urn:microsoft.com/office/officeart/2005/8/layout/list1"/>
    <dgm:cxn modelId="{5D79A117-59D4-4C62-B00E-A2D8C9007B10}" type="presParOf" srcId="{BDFC4E0F-5F81-419A-8F94-ECE46D086015}" destId="{C06F8477-CBE7-4AF0-9E93-8743BDA0D493}" srcOrd="0" destOrd="0" presId="urn:microsoft.com/office/officeart/2005/8/layout/list1"/>
    <dgm:cxn modelId="{CD3DABD3-BB4D-4B44-B54D-D445E7BCC7EB}" type="presParOf" srcId="{BDFC4E0F-5F81-419A-8F94-ECE46D086015}" destId="{F95365E1-9E7B-419B-9A70-53FE89E74A00}" srcOrd="1" destOrd="0" presId="urn:microsoft.com/office/officeart/2005/8/layout/list1"/>
    <dgm:cxn modelId="{109D6B8B-637F-4288-8763-96183CD28F7D}" type="presParOf" srcId="{558100EB-BFD1-4810-AAB3-8C9DBCC57DC6}" destId="{4079B5A4-1F45-4E98-88CD-6F4F2DC74CA0}" srcOrd="9" destOrd="0" presId="urn:microsoft.com/office/officeart/2005/8/layout/list1"/>
    <dgm:cxn modelId="{F9A64652-F0CD-4CE7-95D6-9AC1EBF8BA69}" type="presParOf" srcId="{558100EB-BFD1-4810-AAB3-8C9DBCC57DC6}" destId="{1A0CD623-05DB-4D48-9D8C-9CACFC141A8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C9A707-CA1C-48E6-8FB1-E6B0F9376B6B}">
      <dsp:nvSpPr>
        <dsp:cNvPr id="0" name=""/>
        <dsp:cNvSpPr/>
      </dsp:nvSpPr>
      <dsp:spPr>
        <a:xfrm>
          <a:off x="1283" y="748069"/>
          <a:ext cx="1617389" cy="2264345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098" tIns="330200" rIns="12609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Move from classical ML → </a:t>
          </a:r>
          <a:r>
            <a:rPr lang="en-US" sz="1100" b="1" kern="1200"/>
            <a:t>Advanced NLP Models</a:t>
          </a:r>
          <a:endParaRPr lang="en-US" sz="1100" kern="1200"/>
        </a:p>
      </dsp:txBody>
      <dsp:txXfrm>
        <a:off x="1283" y="1608521"/>
        <a:ext cx="1617389" cy="1358607"/>
      </dsp:txXfrm>
    </dsp:sp>
    <dsp:sp modelId="{C2695A57-BA3A-4DC4-AA95-8839F2CE8971}">
      <dsp:nvSpPr>
        <dsp:cNvPr id="0" name=""/>
        <dsp:cNvSpPr/>
      </dsp:nvSpPr>
      <dsp:spPr>
        <a:xfrm>
          <a:off x="470326" y="974504"/>
          <a:ext cx="679303" cy="67930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961" tIns="12700" rIns="5296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1</a:t>
          </a:r>
        </a:p>
      </dsp:txBody>
      <dsp:txXfrm>
        <a:off x="569808" y="1073986"/>
        <a:ext cx="480339" cy="480339"/>
      </dsp:txXfrm>
    </dsp:sp>
    <dsp:sp modelId="{006E732A-04F1-4174-B73E-61A5097352D1}">
      <dsp:nvSpPr>
        <dsp:cNvPr id="0" name=""/>
        <dsp:cNvSpPr/>
      </dsp:nvSpPr>
      <dsp:spPr>
        <a:xfrm>
          <a:off x="1283" y="3012343"/>
          <a:ext cx="1617389" cy="72"/>
        </a:xfrm>
        <a:prstGeom prst="rect">
          <a:avLst/>
        </a:prstGeom>
        <a:solidFill>
          <a:schemeClr val="accent5">
            <a:hueOff val="-430328"/>
            <a:satOff val="-2364"/>
            <a:lumOff val="-2353"/>
            <a:alphaOff val="0"/>
          </a:schemeClr>
        </a:solidFill>
        <a:ln w="12700" cap="flat" cmpd="sng" algn="ctr">
          <a:solidFill>
            <a:schemeClr val="accent5">
              <a:hueOff val="-430328"/>
              <a:satOff val="-2364"/>
              <a:lumOff val="-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EAD9CC-1F6D-4661-8CC7-F2DE0259757C}">
      <dsp:nvSpPr>
        <dsp:cNvPr id="0" name=""/>
        <dsp:cNvSpPr/>
      </dsp:nvSpPr>
      <dsp:spPr>
        <a:xfrm>
          <a:off x="1780412" y="748069"/>
          <a:ext cx="1617389" cy="2264345"/>
        </a:xfrm>
        <a:prstGeom prst="rect">
          <a:avLst/>
        </a:prstGeom>
        <a:solidFill>
          <a:schemeClr val="accent5">
            <a:tint val="40000"/>
            <a:alpha val="90000"/>
            <a:hueOff val="-1014987"/>
            <a:satOff val="-12156"/>
            <a:lumOff val="-1143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014987"/>
              <a:satOff val="-12156"/>
              <a:lumOff val="-11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098" tIns="330200" rIns="12609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Build a </a:t>
          </a:r>
          <a:r>
            <a:rPr lang="en-US" sz="1100" b="1" kern="1200"/>
            <a:t>Lightweight Transformer baseline</a:t>
          </a:r>
          <a:endParaRPr lang="en-US" sz="1100" kern="1200"/>
        </a:p>
      </dsp:txBody>
      <dsp:txXfrm>
        <a:off x="1780412" y="1608521"/>
        <a:ext cx="1617389" cy="1358607"/>
      </dsp:txXfrm>
    </dsp:sp>
    <dsp:sp modelId="{2102280B-D785-4735-91BD-3A96EF4C8084}">
      <dsp:nvSpPr>
        <dsp:cNvPr id="0" name=""/>
        <dsp:cNvSpPr/>
      </dsp:nvSpPr>
      <dsp:spPr>
        <a:xfrm>
          <a:off x="2249455" y="974504"/>
          <a:ext cx="679303" cy="679303"/>
        </a:xfrm>
        <a:prstGeom prst="ellipse">
          <a:avLst/>
        </a:prstGeom>
        <a:solidFill>
          <a:schemeClr val="accent5">
            <a:hueOff val="-860655"/>
            <a:satOff val="-4728"/>
            <a:lumOff val="-4706"/>
            <a:alphaOff val="0"/>
          </a:schemeClr>
        </a:solidFill>
        <a:ln w="12700" cap="flat" cmpd="sng" algn="ctr">
          <a:solidFill>
            <a:schemeClr val="accent5">
              <a:hueOff val="-860655"/>
              <a:satOff val="-4728"/>
              <a:lumOff val="-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961" tIns="12700" rIns="5296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2</a:t>
          </a:r>
        </a:p>
      </dsp:txBody>
      <dsp:txXfrm>
        <a:off x="2348937" y="1073986"/>
        <a:ext cx="480339" cy="480339"/>
      </dsp:txXfrm>
    </dsp:sp>
    <dsp:sp modelId="{E0EB4792-B724-4EDF-AD66-06946B90DB0B}">
      <dsp:nvSpPr>
        <dsp:cNvPr id="0" name=""/>
        <dsp:cNvSpPr/>
      </dsp:nvSpPr>
      <dsp:spPr>
        <a:xfrm>
          <a:off x="1780412" y="3012343"/>
          <a:ext cx="1617389" cy="72"/>
        </a:xfrm>
        <a:prstGeom prst="rect">
          <a:avLst/>
        </a:prstGeom>
        <a:solidFill>
          <a:schemeClr val="accent5">
            <a:hueOff val="-1290983"/>
            <a:satOff val="-7092"/>
            <a:lumOff val="-7059"/>
            <a:alphaOff val="0"/>
          </a:schemeClr>
        </a:solidFill>
        <a:ln w="12700" cap="flat" cmpd="sng" algn="ctr">
          <a:solidFill>
            <a:schemeClr val="accent5">
              <a:hueOff val="-1290983"/>
              <a:satOff val="-7092"/>
              <a:lumOff val="-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2946BF-AE5B-45F8-B898-8F452C6C8C2B}">
      <dsp:nvSpPr>
        <dsp:cNvPr id="0" name=""/>
        <dsp:cNvSpPr/>
      </dsp:nvSpPr>
      <dsp:spPr>
        <a:xfrm>
          <a:off x="3559540" y="748069"/>
          <a:ext cx="1617389" cy="2264345"/>
        </a:xfrm>
        <a:prstGeom prst="rect">
          <a:avLst/>
        </a:prstGeom>
        <a:solidFill>
          <a:schemeClr val="accent5">
            <a:tint val="40000"/>
            <a:alpha val="90000"/>
            <a:hueOff val="-2029973"/>
            <a:satOff val="-24313"/>
            <a:lumOff val="-2286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2029973"/>
              <a:satOff val="-24313"/>
              <a:lumOff val="-22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098" tIns="330200" rIns="12609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Fine‑tune </a:t>
          </a:r>
          <a:r>
            <a:rPr lang="en-US" sz="1100" b="1" kern="1200"/>
            <a:t>DistilBERT</a:t>
          </a:r>
          <a:r>
            <a:rPr lang="en-US" sz="1100" kern="1200"/>
            <a:t> for Fake‑News Classification</a:t>
          </a:r>
        </a:p>
      </dsp:txBody>
      <dsp:txXfrm>
        <a:off x="3559540" y="1608521"/>
        <a:ext cx="1617389" cy="1358607"/>
      </dsp:txXfrm>
    </dsp:sp>
    <dsp:sp modelId="{8EA65DF7-E6C9-4DD2-8911-7103E4CDC803}">
      <dsp:nvSpPr>
        <dsp:cNvPr id="0" name=""/>
        <dsp:cNvSpPr/>
      </dsp:nvSpPr>
      <dsp:spPr>
        <a:xfrm>
          <a:off x="4028583" y="974504"/>
          <a:ext cx="679303" cy="679303"/>
        </a:xfrm>
        <a:prstGeom prst="ellipse">
          <a:avLst/>
        </a:prstGeom>
        <a:solidFill>
          <a:schemeClr val="accent5">
            <a:hueOff val="-1721311"/>
            <a:satOff val="-9456"/>
            <a:lumOff val="-9412"/>
            <a:alphaOff val="0"/>
          </a:schemeClr>
        </a:solidFill>
        <a:ln w="12700" cap="flat" cmpd="sng" algn="ctr">
          <a:solidFill>
            <a:schemeClr val="accent5">
              <a:hueOff val="-1721311"/>
              <a:satOff val="-9456"/>
              <a:lumOff val="-9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961" tIns="12700" rIns="5296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3</a:t>
          </a:r>
        </a:p>
      </dsp:txBody>
      <dsp:txXfrm>
        <a:off x="4128065" y="1073986"/>
        <a:ext cx="480339" cy="480339"/>
      </dsp:txXfrm>
    </dsp:sp>
    <dsp:sp modelId="{F8AB264B-ED6C-47F8-A1BD-6CEED9034483}">
      <dsp:nvSpPr>
        <dsp:cNvPr id="0" name=""/>
        <dsp:cNvSpPr/>
      </dsp:nvSpPr>
      <dsp:spPr>
        <a:xfrm>
          <a:off x="3559540" y="3012343"/>
          <a:ext cx="1617389" cy="72"/>
        </a:xfrm>
        <a:prstGeom prst="rect">
          <a:avLst/>
        </a:prstGeom>
        <a:solidFill>
          <a:schemeClr val="accent5">
            <a:hueOff val="-2151639"/>
            <a:satOff val="-11820"/>
            <a:lumOff val="-11765"/>
            <a:alphaOff val="0"/>
          </a:schemeClr>
        </a:solidFill>
        <a:ln w="12700" cap="flat" cmpd="sng" algn="ctr">
          <a:solidFill>
            <a:schemeClr val="accent5">
              <a:hueOff val="-2151639"/>
              <a:satOff val="-11820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D016B4-AAFE-4193-BA4A-C1370652A40D}">
      <dsp:nvSpPr>
        <dsp:cNvPr id="0" name=""/>
        <dsp:cNvSpPr/>
      </dsp:nvSpPr>
      <dsp:spPr>
        <a:xfrm>
          <a:off x="5338669" y="748069"/>
          <a:ext cx="1617389" cy="2264345"/>
        </a:xfrm>
        <a:prstGeom prst="rect">
          <a:avLst/>
        </a:prstGeom>
        <a:solidFill>
          <a:schemeClr val="accent5">
            <a:tint val="40000"/>
            <a:alpha val="90000"/>
            <a:hueOff val="-3044960"/>
            <a:satOff val="-36469"/>
            <a:lumOff val="-343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044960"/>
              <a:satOff val="-36469"/>
              <a:lumOff val="-34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098" tIns="330200" rIns="12609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Add </a:t>
          </a:r>
          <a:r>
            <a:rPr lang="en-US" sz="1100" b="1" kern="1200"/>
            <a:t>Error Analysis &amp; Interpretability</a:t>
          </a:r>
          <a:endParaRPr lang="en-US" sz="1100" kern="1200"/>
        </a:p>
      </dsp:txBody>
      <dsp:txXfrm>
        <a:off x="5338669" y="1608521"/>
        <a:ext cx="1617389" cy="1358607"/>
      </dsp:txXfrm>
    </dsp:sp>
    <dsp:sp modelId="{C3821550-61FE-42E2-8733-805C1C1F4488}">
      <dsp:nvSpPr>
        <dsp:cNvPr id="0" name=""/>
        <dsp:cNvSpPr/>
      </dsp:nvSpPr>
      <dsp:spPr>
        <a:xfrm>
          <a:off x="5807712" y="974504"/>
          <a:ext cx="679303" cy="679303"/>
        </a:xfrm>
        <a:prstGeom prst="ellipse">
          <a:avLst/>
        </a:prstGeom>
        <a:solidFill>
          <a:schemeClr val="accent5">
            <a:hueOff val="-2581967"/>
            <a:satOff val="-14183"/>
            <a:lumOff val="-14119"/>
            <a:alphaOff val="0"/>
          </a:schemeClr>
        </a:solidFill>
        <a:ln w="12700" cap="flat" cmpd="sng" algn="ctr">
          <a:solidFill>
            <a:schemeClr val="accent5">
              <a:hueOff val="-2581967"/>
              <a:satOff val="-14183"/>
              <a:lumOff val="-141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961" tIns="12700" rIns="5296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4</a:t>
          </a:r>
        </a:p>
      </dsp:txBody>
      <dsp:txXfrm>
        <a:off x="5907194" y="1073986"/>
        <a:ext cx="480339" cy="480339"/>
      </dsp:txXfrm>
    </dsp:sp>
    <dsp:sp modelId="{EA799301-BDCC-449C-B274-97D17781D99A}">
      <dsp:nvSpPr>
        <dsp:cNvPr id="0" name=""/>
        <dsp:cNvSpPr/>
      </dsp:nvSpPr>
      <dsp:spPr>
        <a:xfrm>
          <a:off x="5338669" y="3012343"/>
          <a:ext cx="1617389" cy="72"/>
        </a:xfrm>
        <a:prstGeom prst="rect">
          <a:avLst/>
        </a:prstGeom>
        <a:solidFill>
          <a:schemeClr val="accent5">
            <a:hueOff val="-3012294"/>
            <a:satOff val="-16547"/>
            <a:lumOff val="-16472"/>
            <a:alphaOff val="0"/>
          </a:schemeClr>
        </a:solidFill>
        <a:ln w="12700" cap="flat" cmpd="sng" algn="ctr">
          <a:solidFill>
            <a:schemeClr val="accent5">
              <a:hueOff val="-3012294"/>
              <a:satOff val="-16547"/>
              <a:lumOff val="-1647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5D8C11-AE7E-4ABA-8425-B6E248D53E6C}">
      <dsp:nvSpPr>
        <dsp:cNvPr id="0" name=""/>
        <dsp:cNvSpPr/>
      </dsp:nvSpPr>
      <dsp:spPr>
        <a:xfrm>
          <a:off x="7117798" y="748069"/>
          <a:ext cx="1617389" cy="2264345"/>
        </a:xfrm>
        <a:prstGeom prst="rect">
          <a:avLst/>
        </a:prstGeom>
        <a:solidFill>
          <a:schemeClr val="accent5">
            <a:tint val="40000"/>
            <a:alpha val="90000"/>
            <a:hueOff val="-4059946"/>
            <a:satOff val="-48626"/>
            <a:lumOff val="-4573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4059946"/>
              <a:satOff val="-48626"/>
              <a:lumOff val="-457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098" tIns="330200" rIns="12609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Build an interactive </a:t>
          </a:r>
          <a:r>
            <a:rPr lang="en-US" sz="1100" b="1" kern="1200"/>
            <a:t>Gradio Web Application</a:t>
          </a:r>
          <a:endParaRPr lang="en-US" sz="1100" kern="1200"/>
        </a:p>
      </dsp:txBody>
      <dsp:txXfrm>
        <a:off x="7117798" y="1608521"/>
        <a:ext cx="1617389" cy="1358607"/>
      </dsp:txXfrm>
    </dsp:sp>
    <dsp:sp modelId="{8ADA3FD0-F504-4AE3-A001-164BEE8F08BD}">
      <dsp:nvSpPr>
        <dsp:cNvPr id="0" name=""/>
        <dsp:cNvSpPr/>
      </dsp:nvSpPr>
      <dsp:spPr>
        <a:xfrm>
          <a:off x="7586841" y="974504"/>
          <a:ext cx="679303" cy="679303"/>
        </a:xfrm>
        <a:prstGeom prst="ellipse">
          <a:avLst/>
        </a:prstGeom>
        <a:solidFill>
          <a:schemeClr val="accent5">
            <a:hueOff val="-3442622"/>
            <a:satOff val="-18911"/>
            <a:lumOff val="-18825"/>
            <a:alphaOff val="0"/>
          </a:schemeClr>
        </a:solidFill>
        <a:ln w="12700" cap="flat" cmpd="sng" algn="ctr">
          <a:solidFill>
            <a:schemeClr val="accent5">
              <a:hueOff val="-3442622"/>
              <a:satOff val="-18911"/>
              <a:lumOff val="-188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961" tIns="12700" rIns="5296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5</a:t>
          </a:r>
        </a:p>
      </dsp:txBody>
      <dsp:txXfrm>
        <a:off x="7686323" y="1073986"/>
        <a:ext cx="480339" cy="480339"/>
      </dsp:txXfrm>
    </dsp:sp>
    <dsp:sp modelId="{048DD0B8-2C34-4EB1-B51C-0FF0D029FB27}">
      <dsp:nvSpPr>
        <dsp:cNvPr id="0" name=""/>
        <dsp:cNvSpPr/>
      </dsp:nvSpPr>
      <dsp:spPr>
        <a:xfrm>
          <a:off x="7117798" y="3012343"/>
          <a:ext cx="1617389" cy="72"/>
        </a:xfrm>
        <a:prstGeom prst="rect">
          <a:avLst/>
        </a:prstGeom>
        <a:solidFill>
          <a:schemeClr val="accent5">
            <a:hueOff val="-3872949"/>
            <a:satOff val="-21275"/>
            <a:lumOff val="-21178"/>
            <a:alphaOff val="0"/>
          </a:schemeClr>
        </a:solidFill>
        <a:ln w="12700" cap="flat" cmpd="sng" algn="ctr">
          <a:solidFill>
            <a:schemeClr val="accent5">
              <a:hueOff val="-3872949"/>
              <a:satOff val="-21275"/>
              <a:lumOff val="-2117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87629F-BD72-4DD3-B35F-E76EB2E3F3D9}">
      <dsp:nvSpPr>
        <dsp:cNvPr id="0" name=""/>
        <dsp:cNvSpPr/>
      </dsp:nvSpPr>
      <dsp:spPr>
        <a:xfrm>
          <a:off x="8896926" y="748069"/>
          <a:ext cx="1617389" cy="2264345"/>
        </a:xfrm>
        <a:prstGeom prst="rect">
          <a:avLst/>
        </a:prstGeom>
        <a:solidFill>
          <a:schemeClr val="accent5">
            <a:tint val="40000"/>
            <a:alpha val="90000"/>
            <a:hueOff val="-5074933"/>
            <a:satOff val="-60782"/>
            <a:lumOff val="-5716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5074933"/>
              <a:satOff val="-60782"/>
              <a:lumOff val="-57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098" tIns="330200" rIns="12609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Present complete </a:t>
          </a:r>
          <a:r>
            <a:rPr lang="en-US" sz="1100" b="1" kern="1200"/>
            <a:t>End‑to‑End Pipeline</a:t>
          </a:r>
          <a:endParaRPr lang="en-US" sz="1100" kern="1200"/>
        </a:p>
      </dsp:txBody>
      <dsp:txXfrm>
        <a:off x="8896926" y="1608521"/>
        <a:ext cx="1617389" cy="1358607"/>
      </dsp:txXfrm>
    </dsp:sp>
    <dsp:sp modelId="{828B56E5-B816-42E8-927B-2DFFC1BAE838}">
      <dsp:nvSpPr>
        <dsp:cNvPr id="0" name=""/>
        <dsp:cNvSpPr/>
      </dsp:nvSpPr>
      <dsp:spPr>
        <a:xfrm>
          <a:off x="9365969" y="974504"/>
          <a:ext cx="679303" cy="679303"/>
        </a:xfrm>
        <a:prstGeom prst="ellipse">
          <a:avLst/>
        </a:prstGeom>
        <a:solidFill>
          <a:schemeClr val="accent5">
            <a:hueOff val="-4303277"/>
            <a:satOff val="-23639"/>
            <a:lumOff val="-23531"/>
            <a:alphaOff val="0"/>
          </a:schemeClr>
        </a:solidFill>
        <a:ln w="12700" cap="flat" cmpd="sng" algn="ctr">
          <a:solidFill>
            <a:schemeClr val="accent5">
              <a:hueOff val="-4303277"/>
              <a:satOff val="-23639"/>
              <a:lumOff val="-2353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961" tIns="12700" rIns="5296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6</a:t>
          </a:r>
        </a:p>
      </dsp:txBody>
      <dsp:txXfrm>
        <a:off x="9465451" y="1073986"/>
        <a:ext cx="480339" cy="480339"/>
      </dsp:txXfrm>
    </dsp:sp>
    <dsp:sp modelId="{F78D0B6B-EF70-45A6-9615-36245A5CE5F8}">
      <dsp:nvSpPr>
        <dsp:cNvPr id="0" name=""/>
        <dsp:cNvSpPr/>
      </dsp:nvSpPr>
      <dsp:spPr>
        <a:xfrm>
          <a:off x="8896926" y="3012343"/>
          <a:ext cx="1617389" cy="72"/>
        </a:xfrm>
        <a:prstGeom prst="rect">
          <a:avLst/>
        </a:prstGeom>
        <a:solidFill>
          <a:schemeClr val="accent5">
            <a:hueOff val="-4733605"/>
            <a:satOff val="-26003"/>
            <a:lumOff val="-25884"/>
            <a:alphaOff val="0"/>
          </a:schemeClr>
        </a:solidFill>
        <a:ln w="12700" cap="flat" cmpd="sng" algn="ctr">
          <a:solidFill>
            <a:schemeClr val="accent5">
              <a:hueOff val="-4733605"/>
              <a:satOff val="-26003"/>
              <a:lumOff val="-258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071959-3C4E-4DF5-87F1-B1D81B22287D}">
      <dsp:nvSpPr>
        <dsp:cNvPr id="0" name=""/>
        <dsp:cNvSpPr/>
      </dsp:nvSpPr>
      <dsp:spPr>
        <a:xfrm>
          <a:off x="1470898" y="955"/>
          <a:ext cx="1386363" cy="138636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Train: 70%</a:t>
          </a:r>
        </a:p>
      </dsp:txBody>
      <dsp:txXfrm>
        <a:off x="1817489" y="955"/>
        <a:ext cx="693181" cy="1143749"/>
      </dsp:txXfrm>
    </dsp:sp>
    <dsp:sp modelId="{B8AB8103-351B-4D00-B026-8E6CBE78890B}">
      <dsp:nvSpPr>
        <dsp:cNvPr id="0" name=""/>
        <dsp:cNvSpPr/>
      </dsp:nvSpPr>
      <dsp:spPr>
        <a:xfrm rot="5400000">
          <a:off x="2516502" y="1046559"/>
          <a:ext cx="1386363" cy="138636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Dev: 15%</a:t>
          </a:r>
        </a:p>
      </dsp:txBody>
      <dsp:txXfrm rot="-5400000">
        <a:off x="2759116" y="1393150"/>
        <a:ext cx="1143749" cy="693181"/>
      </dsp:txXfrm>
    </dsp:sp>
    <dsp:sp modelId="{39CD5F0C-B9FC-4256-ABC5-496B5F66578A}">
      <dsp:nvSpPr>
        <dsp:cNvPr id="0" name=""/>
        <dsp:cNvSpPr/>
      </dsp:nvSpPr>
      <dsp:spPr>
        <a:xfrm rot="10800000">
          <a:off x="1470898" y="2092163"/>
          <a:ext cx="1386363" cy="138636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Test: 15%</a:t>
          </a:r>
        </a:p>
      </dsp:txBody>
      <dsp:txXfrm rot="10800000">
        <a:off x="1817489" y="2334777"/>
        <a:ext cx="693181" cy="1143749"/>
      </dsp:txXfrm>
    </dsp:sp>
    <dsp:sp modelId="{A28B2E53-1BFB-408E-8984-8D2156D37A43}">
      <dsp:nvSpPr>
        <dsp:cNvPr id="0" name=""/>
        <dsp:cNvSpPr/>
      </dsp:nvSpPr>
      <dsp:spPr>
        <a:xfrm rot="16200000">
          <a:off x="425294" y="1046559"/>
          <a:ext cx="1386363" cy="138636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Stratified split to maintain label balance</a:t>
          </a:r>
        </a:p>
      </dsp:txBody>
      <dsp:txXfrm rot="5400000">
        <a:off x="425294" y="1393150"/>
        <a:ext cx="1143749" cy="6931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870304-D03B-423A-8918-44D581AF5015}">
      <dsp:nvSpPr>
        <dsp:cNvPr id="0" name=""/>
        <dsp:cNvSpPr/>
      </dsp:nvSpPr>
      <dsp:spPr>
        <a:xfrm>
          <a:off x="840256" y="271088"/>
          <a:ext cx="3655123" cy="3655123"/>
        </a:xfrm>
        <a:prstGeom prst="pie">
          <a:avLst>
            <a:gd name="adj1" fmla="val 16200000"/>
            <a:gd name="adj2" fmla="val 0"/>
          </a:avLst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Very fast model</a:t>
          </a:r>
        </a:p>
      </dsp:txBody>
      <dsp:txXfrm>
        <a:off x="2709591" y="947286"/>
        <a:ext cx="1348914" cy="1087834"/>
      </dsp:txXfrm>
    </dsp:sp>
    <dsp:sp modelId="{3CE265C1-F36F-479B-A816-8082F63DFFB5}">
      <dsp:nvSpPr>
        <dsp:cNvPr id="0" name=""/>
        <dsp:cNvSpPr/>
      </dsp:nvSpPr>
      <dsp:spPr>
        <a:xfrm>
          <a:off x="686219" y="425125"/>
          <a:ext cx="3655123" cy="3655123"/>
        </a:xfrm>
        <a:prstGeom prst="pie">
          <a:avLst>
            <a:gd name="adj1" fmla="val 0"/>
            <a:gd name="adj2" fmla="val 5400000"/>
          </a:avLst>
        </a:prstGeom>
        <a:gradFill rotWithShape="1">
          <a:gsLst>
            <a:gs pos="0">
              <a:schemeClr val="accent3">
                <a:satMod val="103000"/>
                <a:lumMod val="102000"/>
                <a:tint val="94000"/>
              </a:schemeClr>
            </a:gs>
            <a:gs pos="50000">
              <a:schemeClr val="accent3">
                <a:satMod val="110000"/>
                <a:lumMod val="100000"/>
                <a:shade val="100000"/>
              </a:schemeClr>
            </a:gs>
            <a:gs pos="100000">
              <a:schemeClr val="accent3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Works well with bag‑of‑words</a:t>
          </a:r>
        </a:p>
      </dsp:txBody>
      <dsp:txXfrm>
        <a:off x="2579051" y="2317957"/>
        <a:ext cx="1348914" cy="1087834"/>
      </dsp:txXfrm>
    </dsp:sp>
    <dsp:sp modelId="{F8016BCF-DAB1-42C6-98B6-7ECCDA96A6FE}">
      <dsp:nvSpPr>
        <dsp:cNvPr id="0" name=""/>
        <dsp:cNvSpPr/>
      </dsp:nvSpPr>
      <dsp:spPr>
        <a:xfrm>
          <a:off x="686219" y="425125"/>
          <a:ext cx="3655123" cy="3655123"/>
        </a:xfrm>
        <a:prstGeom prst="pie">
          <a:avLst>
            <a:gd name="adj1" fmla="val 5400000"/>
            <a:gd name="adj2" fmla="val 10800000"/>
          </a:avLst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Tuned smoothing parameter α</a:t>
          </a:r>
        </a:p>
      </dsp:txBody>
      <dsp:txXfrm>
        <a:off x="1099596" y="2317957"/>
        <a:ext cx="1348914" cy="1087834"/>
      </dsp:txXfrm>
    </dsp:sp>
    <dsp:sp modelId="{9D96B913-6BD0-4EBF-A103-375D1B620C11}">
      <dsp:nvSpPr>
        <dsp:cNvPr id="0" name=""/>
        <dsp:cNvSpPr/>
      </dsp:nvSpPr>
      <dsp:spPr>
        <a:xfrm>
          <a:off x="686219" y="425125"/>
          <a:ext cx="3655123" cy="3655123"/>
        </a:xfrm>
        <a:prstGeom prst="pie">
          <a:avLst>
            <a:gd name="adj1" fmla="val 10800000"/>
            <a:gd name="adj2" fmla="val 16200000"/>
          </a:avLst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Lower accuracy than LR</a:t>
          </a:r>
        </a:p>
      </dsp:txBody>
      <dsp:txXfrm>
        <a:off x="1099596" y="1099583"/>
        <a:ext cx="1348914" cy="10878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9C2981-6BFF-488E-B78D-E0A9467D35B5}">
      <dsp:nvSpPr>
        <dsp:cNvPr id="0" name=""/>
        <dsp:cNvSpPr/>
      </dsp:nvSpPr>
      <dsp:spPr>
        <a:xfrm>
          <a:off x="62912" y="142379"/>
          <a:ext cx="725374" cy="72537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7E0BD9-57A9-4C1B-A13E-1CFC45065429}">
      <dsp:nvSpPr>
        <dsp:cNvPr id="0" name=""/>
        <dsp:cNvSpPr/>
      </dsp:nvSpPr>
      <dsp:spPr>
        <a:xfrm>
          <a:off x="215241" y="294708"/>
          <a:ext cx="420717" cy="4207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96D288-060A-4F2C-9F4C-44A9A9091369}">
      <dsp:nvSpPr>
        <dsp:cNvPr id="0" name=""/>
        <dsp:cNvSpPr/>
      </dsp:nvSpPr>
      <dsp:spPr>
        <a:xfrm>
          <a:off x="943725" y="142379"/>
          <a:ext cx="1709812" cy="725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Converted to HuggingFace Datasets</a:t>
          </a:r>
        </a:p>
      </dsp:txBody>
      <dsp:txXfrm>
        <a:off x="943725" y="142379"/>
        <a:ext cx="1709812" cy="725374"/>
      </dsp:txXfrm>
    </dsp:sp>
    <dsp:sp modelId="{CC336063-91BF-409A-885D-DE3A591C77ED}">
      <dsp:nvSpPr>
        <dsp:cNvPr id="0" name=""/>
        <dsp:cNvSpPr/>
      </dsp:nvSpPr>
      <dsp:spPr>
        <a:xfrm>
          <a:off x="2951459" y="142379"/>
          <a:ext cx="725374" cy="72537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15DB16-ADCF-4543-AB48-C63FE20D03BF}">
      <dsp:nvSpPr>
        <dsp:cNvPr id="0" name=""/>
        <dsp:cNvSpPr/>
      </dsp:nvSpPr>
      <dsp:spPr>
        <a:xfrm>
          <a:off x="3103788" y="294708"/>
          <a:ext cx="420717" cy="4207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F6F14-AF0D-40BD-8BFD-CAA5D7078040}">
      <dsp:nvSpPr>
        <dsp:cNvPr id="0" name=""/>
        <dsp:cNvSpPr/>
      </dsp:nvSpPr>
      <dsp:spPr>
        <a:xfrm>
          <a:off x="3832271" y="142379"/>
          <a:ext cx="1709812" cy="725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Tokenized text → input_ids + attention_masks</a:t>
          </a:r>
        </a:p>
      </dsp:txBody>
      <dsp:txXfrm>
        <a:off x="3832271" y="142379"/>
        <a:ext cx="1709812" cy="725374"/>
      </dsp:txXfrm>
    </dsp:sp>
    <dsp:sp modelId="{B6C33663-46B4-4EC6-9B47-877CEE91F776}">
      <dsp:nvSpPr>
        <dsp:cNvPr id="0" name=""/>
        <dsp:cNvSpPr/>
      </dsp:nvSpPr>
      <dsp:spPr>
        <a:xfrm>
          <a:off x="62912" y="1501619"/>
          <a:ext cx="725374" cy="72537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2B47FE-1E69-48B3-B7C0-7161AC9B62A1}">
      <dsp:nvSpPr>
        <dsp:cNvPr id="0" name=""/>
        <dsp:cNvSpPr/>
      </dsp:nvSpPr>
      <dsp:spPr>
        <a:xfrm>
          <a:off x="215241" y="1653947"/>
          <a:ext cx="420717" cy="4207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80BE01-5DD1-47A0-9D92-80F4F15E75F4}">
      <dsp:nvSpPr>
        <dsp:cNvPr id="0" name=""/>
        <dsp:cNvSpPr/>
      </dsp:nvSpPr>
      <dsp:spPr>
        <a:xfrm>
          <a:off x="943725" y="1501619"/>
          <a:ext cx="1709812" cy="725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Used </a:t>
          </a:r>
          <a:r>
            <a:rPr lang="en-US" sz="1100" kern="1200" dirty="0" err="1"/>
            <a:t>max_length</a:t>
          </a:r>
          <a:r>
            <a:rPr lang="en-US" sz="1100" kern="1200" dirty="0"/>
            <a:t>=128</a:t>
          </a:r>
        </a:p>
      </dsp:txBody>
      <dsp:txXfrm>
        <a:off x="943725" y="1501619"/>
        <a:ext cx="1709812" cy="725374"/>
      </dsp:txXfrm>
    </dsp:sp>
    <dsp:sp modelId="{609C2BED-C36D-416B-B77F-3EB8181D9B2E}">
      <dsp:nvSpPr>
        <dsp:cNvPr id="0" name=""/>
        <dsp:cNvSpPr/>
      </dsp:nvSpPr>
      <dsp:spPr>
        <a:xfrm>
          <a:off x="2951459" y="1501619"/>
          <a:ext cx="725374" cy="72537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C732E8-A40C-4EE2-B28C-59B251145174}">
      <dsp:nvSpPr>
        <dsp:cNvPr id="0" name=""/>
        <dsp:cNvSpPr/>
      </dsp:nvSpPr>
      <dsp:spPr>
        <a:xfrm>
          <a:off x="3103788" y="1653947"/>
          <a:ext cx="420717" cy="42071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E9D476-6A2B-4B99-82BF-5EFBFDAAD440}">
      <dsp:nvSpPr>
        <dsp:cNvPr id="0" name=""/>
        <dsp:cNvSpPr/>
      </dsp:nvSpPr>
      <dsp:spPr>
        <a:xfrm>
          <a:off x="3832271" y="1501619"/>
          <a:ext cx="1709812" cy="725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Created TF datasets with DataCollatorWithPadding</a:t>
          </a:r>
        </a:p>
      </dsp:txBody>
      <dsp:txXfrm>
        <a:off x="3832271" y="1501619"/>
        <a:ext cx="1709812" cy="725374"/>
      </dsp:txXfrm>
    </dsp:sp>
    <dsp:sp modelId="{B2EB0197-B453-45A4-8744-C70CAA040D3F}">
      <dsp:nvSpPr>
        <dsp:cNvPr id="0" name=""/>
        <dsp:cNvSpPr/>
      </dsp:nvSpPr>
      <dsp:spPr>
        <a:xfrm>
          <a:off x="62912" y="2860858"/>
          <a:ext cx="725374" cy="72537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B5A22E-D317-40BA-B647-9EF150A248B8}">
      <dsp:nvSpPr>
        <dsp:cNvPr id="0" name=""/>
        <dsp:cNvSpPr/>
      </dsp:nvSpPr>
      <dsp:spPr>
        <a:xfrm>
          <a:off x="215241" y="3013186"/>
          <a:ext cx="420717" cy="42071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020B72-BB65-4E98-8ADF-A1D8B25FBE8A}">
      <dsp:nvSpPr>
        <dsp:cNvPr id="0" name=""/>
        <dsp:cNvSpPr/>
      </dsp:nvSpPr>
      <dsp:spPr>
        <a:xfrm>
          <a:off x="943725" y="2860858"/>
          <a:ext cx="1709812" cy="725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Mixed-precision + XLA for faster training</a:t>
          </a:r>
        </a:p>
      </dsp:txBody>
      <dsp:txXfrm>
        <a:off x="943725" y="2860858"/>
        <a:ext cx="1709812" cy="7253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C86237-71D1-4248-A601-45BCE1AFB06B}">
      <dsp:nvSpPr>
        <dsp:cNvPr id="0" name=""/>
        <dsp:cNvSpPr/>
      </dsp:nvSpPr>
      <dsp:spPr>
        <a:xfrm>
          <a:off x="712044" y="1058027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170874-013D-41F5-B455-7B683C422ADC}">
      <dsp:nvSpPr>
        <dsp:cNvPr id="0" name=""/>
        <dsp:cNvSpPr/>
      </dsp:nvSpPr>
      <dsp:spPr>
        <a:xfrm>
          <a:off x="946044" y="1292027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0485AD-B941-4392-8804-385758BCFB4F}">
      <dsp:nvSpPr>
        <dsp:cNvPr id="0" name=""/>
        <dsp:cNvSpPr/>
      </dsp:nvSpPr>
      <dsp:spPr>
        <a:xfrm>
          <a:off x="361044" y="249802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Model: distilbert-base-uncased</a:t>
          </a:r>
        </a:p>
      </dsp:txBody>
      <dsp:txXfrm>
        <a:off x="361044" y="2498027"/>
        <a:ext cx="1800000" cy="720000"/>
      </dsp:txXfrm>
    </dsp:sp>
    <dsp:sp modelId="{E4D4C9D3-9336-47BE-A00B-A800FE4E8026}">
      <dsp:nvSpPr>
        <dsp:cNvPr id="0" name=""/>
        <dsp:cNvSpPr/>
      </dsp:nvSpPr>
      <dsp:spPr>
        <a:xfrm>
          <a:off x="2827044" y="1058027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C234A9-5B83-4C47-AA6F-7C0991809BC3}">
      <dsp:nvSpPr>
        <dsp:cNvPr id="0" name=""/>
        <dsp:cNvSpPr/>
      </dsp:nvSpPr>
      <dsp:spPr>
        <a:xfrm>
          <a:off x="3061044" y="1292027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8E0239-3256-444F-800F-4152402F4FD0}">
      <dsp:nvSpPr>
        <dsp:cNvPr id="0" name=""/>
        <dsp:cNvSpPr/>
      </dsp:nvSpPr>
      <dsp:spPr>
        <a:xfrm>
          <a:off x="2476044" y="249802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Epochs: 4</a:t>
          </a:r>
        </a:p>
      </dsp:txBody>
      <dsp:txXfrm>
        <a:off x="2476044" y="2498027"/>
        <a:ext cx="1800000" cy="720000"/>
      </dsp:txXfrm>
    </dsp:sp>
    <dsp:sp modelId="{3415EB50-875C-471B-B67F-85B64802F092}">
      <dsp:nvSpPr>
        <dsp:cNvPr id="0" name=""/>
        <dsp:cNvSpPr/>
      </dsp:nvSpPr>
      <dsp:spPr>
        <a:xfrm>
          <a:off x="4942045" y="1058027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46E775-8E81-411C-9ADF-2EAFAC776433}">
      <dsp:nvSpPr>
        <dsp:cNvPr id="0" name=""/>
        <dsp:cNvSpPr/>
      </dsp:nvSpPr>
      <dsp:spPr>
        <a:xfrm>
          <a:off x="5176045" y="1292027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6BD53A-5BF1-403E-8B4A-6FC1FDC73A29}">
      <dsp:nvSpPr>
        <dsp:cNvPr id="0" name=""/>
        <dsp:cNvSpPr/>
      </dsp:nvSpPr>
      <dsp:spPr>
        <a:xfrm>
          <a:off x="4591045" y="249802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Optimizer: AdamW</a:t>
          </a:r>
        </a:p>
      </dsp:txBody>
      <dsp:txXfrm>
        <a:off x="4591045" y="2498027"/>
        <a:ext cx="1800000" cy="720000"/>
      </dsp:txXfrm>
    </dsp:sp>
    <dsp:sp modelId="{07D79960-5404-426C-B776-9623F25B5D88}">
      <dsp:nvSpPr>
        <dsp:cNvPr id="0" name=""/>
        <dsp:cNvSpPr/>
      </dsp:nvSpPr>
      <dsp:spPr>
        <a:xfrm>
          <a:off x="7057045" y="1058027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A880ED-5CEB-48F7-A784-59692665B5DA}">
      <dsp:nvSpPr>
        <dsp:cNvPr id="0" name=""/>
        <dsp:cNvSpPr/>
      </dsp:nvSpPr>
      <dsp:spPr>
        <a:xfrm>
          <a:off x="7291045" y="1292027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4A6B08-6863-438D-B05F-5CEC3D5E7B45}">
      <dsp:nvSpPr>
        <dsp:cNvPr id="0" name=""/>
        <dsp:cNvSpPr/>
      </dsp:nvSpPr>
      <dsp:spPr>
        <a:xfrm>
          <a:off x="6706045" y="249802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Warmup steps</a:t>
          </a:r>
        </a:p>
      </dsp:txBody>
      <dsp:txXfrm>
        <a:off x="6706045" y="2498027"/>
        <a:ext cx="1800000" cy="720000"/>
      </dsp:txXfrm>
    </dsp:sp>
    <dsp:sp modelId="{7D5165FE-05B8-4B12-99EA-13F642A7D5F2}">
      <dsp:nvSpPr>
        <dsp:cNvPr id="0" name=""/>
        <dsp:cNvSpPr/>
      </dsp:nvSpPr>
      <dsp:spPr>
        <a:xfrm>
          <a:off x="9172045" y="1058027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EFF206-0643-4820-AC54-B69CAB6EC955}">
      <dsp:nvSpPr>
        <dsp:cNvPr id="0" name=""/>
        <dsp:cNvSpPr/>
      </dsp:nvSpPr>
      <dsp:spPr>
        <a:xfrm>
          <a:off x="9406044" y="1292027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C24854-508E-440F-BB8F-85B3CC8FE79D}">
      <dsp:nvSpPr>
        <dsp:cNvPr id="0" name=""/>
        <dsp:cNvSpPr/>
      </dsp:nvSpPr>
      <dsp:spPr>
        <a:xfrm>
          <a:off x="8821045" y="2498027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Pretrained weights → Fake‑News specific tuning</a:t>
          </a:r>
        </a:p>
      </dsp:txBody>
      <dsp:txXfrm>
        <a:off x="8821045" y="2498027"/>
        <a:ext cx="18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440C27-17D8-466D-BDDB-DE7734295B0F}">
      <dsp:nvSpPr>
        <dsp:cNvPr id="0" name=""/>
        <dsp:cNvSpPr/>
      </dsp:nvSpPr>
      <dsp:spPr>
        <a:xfrm>
          <a:off x="0" y="674608"/>
          <a:ext cx="4814101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3628" tIns="229108" rIns="373628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short text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unusual phrasing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lacking context</a:t>
          </a:r>
        </a:p>
      </dsp:txBody>
      <dsp:txXfrm>
        <a:off x="0" y="674608"/>
        <a:ext cx="4814101" cy="831600"/>
      </dsp:txXfrm>
    </dsp:sp>
    <dsp:sp modelId="{7ED7E9D1-5C37-416C-A4AE-CAD7CB5A1DDB}">
      <dsp:nvSpPr>
        <dsp:cNvPr id="0" name=""/>
        <dsp:cNvSpPr/>
      </dsp:nvSpPr>
      <dsp:spPr>
        <a:xfrm>
          <a:off x="240705" y="591166"/>
          <a:ext cx="3369871" cy="324720"/>
        </a:xfrm>
        <a:prstGeom prst="round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373" tIns="0" rIns="127373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LR errors:</a:t>
          </a:r>
        </a:p>
      </dsp:txBody>
      <dsp:txXfrm>
        <a:off x="256557" y="607018"/>
        <a:ext cx="3338167" cy="293016"/>
      </dsp:txXfrm>
    </dsp:sp>
    <dsp:sp modelId="{1237CEC2-95F9-4696-B86F-BE401E052385}">
      <dsp:nvSpPr>
        <dsp:cNvPr id="0" name=""/>
        <dsp:cNvSpPr/>
      </dsp:nvSpPr>
      <dsp:spPr>
        <a:xfrm>
          <a:off x="0" y="1806886"/>
          <a:ext cx="4814101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3628" tIns="229108" rIns="373628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satire-like articles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emotional language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ambiguous real news</a:t>
          </a:r>
        </a:p>
      </dsp:txBody>
      <dsp:txXfrm>
        <a:off x="0" y="1806886"/>
        <a:ext cx="4814101" cy="831600"/>
      </dsp:txXfrm>
    </dsp:sp>
    <dsp:sp modelId="{61C036D6-19CF-447F-B8AE-156EB010797B}">
      <dsp:nvSpPr>
        <dsp:cNvPr id="0" name=""/>
        <dsp:cNvSpPr/>
      </dsp:nvSpPr>
      <dsp:spPr>
        <a:xfrm>
          <a:off x="240705" y="1644526"/>
          <a:ext cx="3369871" cy="324720"/>
        </a:xfrm>
        <a:prstGeom prst="round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373" tIns="0" rIns="127373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BERT errors:</a:t>
          </a:r>
        </a:p>
      </dsp:txBody>
      <dsp:txXfrm>
        <a:off x="256557" y="1660378"/>
        <a:ext cx="3338167" cy="293016"/>
      </dsp:txXfrm>
    </dsp:sp>
    <dsp:sp modelId="{1A0CD623-05DB-4D48-9D8C-9CACFC141A83}">
      <dsp:nvSpPr>
        <dsp:cNvPr id="0" name=""/>
        <dsp:cNvSpPr/>
      </dsp:nvSpPr>
      <dsp:spPr>
        <a:xfrm>
          <a:off x="0" y="2860246"/>
          <a:ext cx="4814101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5365E1-9E7B-419B-9A70-53FE89E74A00}">
      <dsp:nvSpPr>
        <dsp:cNvPr id="0" name=""/>
        <dsp:cNvSpPr/>
      </dsp:nvSpPr>
      <dsp:spPr>
        <a:xfrm>
          <a:off x="240705" y="2697886"/>
          <a:ext cx="3369871" cy="324720"/>
        </a:xfrm>
        <a:prstGeom prst="round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373" tIns="0" rIns="127373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High-confidence wrong predictions examined</a:t>
          </a:r>
        </a:p>
      </dsp:txBody>
      <dsp:txXfrm>
        <a:off x="256557" y="2713738"/>
        <a:ext cx="3338167" cy="2930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85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648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94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52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649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84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174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226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244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708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55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0DAF61AA-5A98-4049-A93E-477E5505141A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52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8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0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34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36FD2-3DD2-DA58-0D8A-19EA70C2E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977" y="527101"/>
            <a:ext cx="11053011" cy="2387600"/>
          </a:xfrm>
        </p:spPr>
        <p:txBody>
          <a:bodyPr>
            <a:normAutofit/>
          </a:bodyPr>
          <a:lstStyle/>
          <a:p>
            <a:r>
              <a:rPr lang="en-US" b="1" dirty="0"/>
              <a:t>Identifying Misinformation in Online News Articles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7E9703-4157-68EC-6871-39E7981F29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4641" y="3124200"/>
            <a:ext cx="9742714" cy="304913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masis MT Pro" panose="02040504050005020304" pitchFamily="18" charset="0"/>
              </a:rPr>
              <a:t>Presented</a:t>
            </a:r>
            <a:endParaRPr lang="en-US" sz="2800" b="1" dirty="0">
              <a:latin typeface="Amasis MT Pro" panose="02040504050005020304" pitchFamily="18" charset="0"/>
            </a:endParaRPr>
          </a:p>
          <a:p>
            <a:r>
              <a:rPr lang="en-US" sz="2400" b="1" dirty="0">
                <a:latin typeface="Amasis MT Pro" panose="02040504050005020304" pitchFamily="18" charset="0"/>
              </a:rPr>
              <a:t>Uday Raval</a:t>
            </a:r>
          </a:p>
          <a:p>
            <a:pPr>
              <a:buClr>
                <a:schemeClr val="dk1"/>
              </a:buClr>
              <a:buSzPts val="1100"/>
            </a:pPr>
            <a:r>
              <a:rPr lang="en-US" b="1" dirty="0">
                <a:solidFill>
                  <a:schemeClr val="dk1"/>
                </a:solidFill>
                <a:latin typeface="Amasis MT Pro" panose="020405040500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College of Business, Western New England University  </a:t>
            </a:r>
          </a:p>
          <a:p>
            <a:pPr>
              <a:buClr>
                <a:schemeClr val="dk1"/>
              </a:buClr>
              <a:buSzPts val="1100"/>
            </a:pPr>
            <a:r>
              <a:rPr lang="en-US" b="1" dirty="0">
                <a:solidFill>
                  <a:schemeClr val="dk1"/>
                </a:solidFill>
                <a:latin typeface="Amasis MT Pro" panose="020405040500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Springfield, MA, USA – 01119  </a:t>
            </a:r>
          </a:p>
          <a:p>
            <a:endParaRPr lang="en-US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291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21" name="Top left">
            <a:extLst>
              <a:ext uri="{FF2B5EF4-FFF2-40B4-BE49-F238E27FC236}">
                <a16:creationId xmlns:a16="http://schemas.microsoft.com/office/drawing/2014/main" id="{465E612B-616F-44E5-A649-F2B268BA35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EC7E917-E00E-4F17-A6FD-C06E2A0E6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DC22FD5-AD33-49ED-BA45-6B1575AE9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CE6B6BE-6BA0-4FA9-9357-11CF01DD7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1E614B3-1BDA-44CE-95AD-B3761310B3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314DAA0-3957-4D55-A6E3-D3E50D538E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AF505DE-53C7-4F00-9B3B-FEF811F6D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8F8A569-D303-4FE8-8507-C7FA3E905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34BA33D-B77C-4F97-90ED-55051362C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0" name="Title 9">
            <a:extLst>
              <a:ext uri="{FF2B5EF4-FFF2-40B4-BE49-F238E27FC236}">
                <a16:creationId xmlns:a16="http://schemas.microsoft.com/office/drawing/2014/main" id="{E3FF18CA-B5B3-927C-3043-B5E00B0F8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91"/>
            <a:ext cx="9988166" cy="166719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 Project Objectives </a:t>
            </a:r>
          </a:p>
        </p:txBody>
      </p:sp>
      <p:grpSp>
        <p:nvGrpSpPr>
          <p:cNvPr id="31" name="Bottom Right">
            <a:extLst>
              <a:ext uri="{FF2B5EF4-FFF2-40B4-BE49-F238E27FC236}">
                <a16:creationId xmlns:a16="http://schemas.microsoft.com/office/drawing/2014/main" id="{ADB812D4-854E-4DD6-A613-797C10E75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32" name="Graphic 157">
              <a:extLst>
                <a:ext uri="{FF2B5EF4-FFF2-40B4-BE49-F238E27FC236}">
                  <a16:creationId xmlns:a16="http://schemas.microsoft.com/office/drawing/2014/main" id="{D97CFE60-FA19-428A-A02C-B541878C9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6"/>
              <a:chOff x="4114800" y="1423987"/>
              <a:chExt cx="3961542" cy="4007547"/>
            </a:xfrm>
            <a:noFill/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562F5F8-0562-4FE0-B3AD-5E49C1B618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E32D6A65-08E4-4AF8-AEE6-F180D12FBA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BB7FDAC0-E6E6-4AB4-8235-A23232BCC9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DF11930-DCC4-4A0E-9F9D-68BE143483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6D85B5BC-031D-4CF5-9B96-5A3063EA8B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DB23B211-EDE9-44BA-A81A-C5DC3F886D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42C80F66-435F-46CD-BC2E-3EA62444F4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5A2D0DC-5F34-44DC-9930-8C7B42BFEE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aphicFrame>
        <p:nvGraphicFramePr>
          <p:cNvPr id="13" name="Content Placeholder 10">
            <a:extLst>
              <a:ext uri="{FF2B5EF4-FFF2-40B4-BE49-F238E27FC236}">
                <a16:creationId xmlns:a16="http://schemas.microsoft.com/office/drawing/2014/main" id="{DA0AA0ED-84EF-A5F0-F445-54C63F4D88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2258594"/>
              </p:ext>
            </p:extLst>
          </p:nvPr>
        </p:nvGraphicFramePr>
        <p:xfrm>
          <a:off x="838200" y="2416477"/>
          <a:ext cx="10515600" cy="37604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0012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70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72" name="Freeform: Shape 171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74" name="Freeform: Shape 173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75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83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191" name="Rectangle 19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93" name="Top left">
            <a:extLst>
              <a:ext uri="{FF2B5EF4-FFF2-40B4-BE49-F238E27FC236}">
                <a16:creationId xmlns:a16="http://schemas.microsoft.com/office/drawing/2014/main" id="{E8ABCFC2-1187-4EFE-87CB-D1ABA0F5D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4CE539D-89D1-484C-B390-9D6005029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85D0A74-51B8-440F-8ADF-3F2ED1C84B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A5C9E45B-6B92-475E-8B2E-97729EE8FC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E7E3A49B-F12C-4355-84DE-0EF54227A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3DE6BF50-27B1-444D-9E81-752674A045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C8B7A474-F527-47C3-94C4-A0F446276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2D1AF5A9-1A6C-4F55-B975-879BF9EE31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1039866D-1864-499B-9BD7-C8178A07F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0EDE47B3-EDB3-FCE7-E235-E7884701F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2327" y="200897"/>
            <a:ext cx="7412419" cy="20917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Dataset Overview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AD2070-24BB-909E-25A2-1FBDE01D41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78396" y="1830187"/>
            <a:ext cx="5130560" cy="2668131"/>
          </a:xfrm>
        </p:spPr>
        <p:txBody>
          <a:bodyPr vert="horz" lIns="91440" tIns="45720" rIns="91440" bIns="45720" rtlCol="0" anchor="ctr">
            <a:normAutofit fontScale="25000" lnSpcReduction="20000"/>
          </a:bodyPr>
          <a:lstStyle/>
          <a:p>
            <a:r>
              <a:rPr lang="en-US" sz="8000" dirty="0">
                <a:latin typeface="Amasis MT Pro" panose="02040504050005020304" pitchFamily="18" charset="0"/>
              </a:rPr>
              <a:t>Total articles: </a:t>
            </a:r>
            <a:r>
              <a:rPr lang="en-US" sz="8000" b="1" dirty="0">
                <a:latin typeface="Amasis MT Pro" panose="02040504050005020304" pitchFamily="18" charset="0"/>
              </a:rPr>
              <a:t>~72,000</a:t>
            </a:r>
            <a:endParaRPr lang="en-US" sz="8000" dirty="0">
              <a:latin typeface="Amasis MT Pro" panose="02040504050005020304" pitchFamily="18" charset="0"/>
            </a:endParaRPr>
          </a:p>
          <a:p>
            <a:r>
              <a:rPr lang="en-US" sz="8000" dirty="0">
                <a:latin typeface="Amasis MT Pro" panose="02040504050005020304" pitchFamily="18" charset="0"/>
              </a:rPr>
              <a:t>Labels: 0 = FAKE, 1 = REAL</a:t>
            </a:r>
          </a:p>
          <a:p>
            <a:r>
              <a:rPr lang="en-US" sz="8000" dirty="0">
                <a:latin typeface="Amasis MT Pro" panose="02040504050005020304" pitchFamily="18" charset="0"/>
              </a:rPr>
              <a:t>Contains short news, long articles, headlines</a:t>
            </a:r>
          </a:p>
          <a:p>
            <a:r>
              <a:rPr lang="en-US" sz="8000" dirty="0">
                <a:latin typeface="Amasis MT Pro" panose="02040504050005020304" pitchFamily="18" charset="0"/>
              </a:rPr>
              <a:t>Balanced classes</a:t>
            </a:r>
          </a:p>
          <a:p>
            <a:r>
              <a:rPr lang="en-US" sz="8000" dirty="0">
                <a:latin typeface="Amasis MT Pro" panose="02040504050005020304" pitchFamily="18" charset="0"/>
              </a:rPr>
              <a:t>Sources: multiple online publishers</a:t>
            </a:r>
          </a:p>
          <a:p>
            <a:endParaRPr lang="en-US" sz="1700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6E0847-91C2-5ABE-EDA2-A41FE8957EF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62903" y="4719427"/>
            <a:ext cx="5130560" cy="1295465"/>
          </a:xfrm>
          <a:prstGeom prst="rect">
            <a:avLst/>
          </a:prstGeom>
        </p:spPr>
      </p:pic>
      <p:pic>
        <p:nvPicPr>
          <p:cNvPr id="9" name="Picture 8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9FA99C74-862D-D103-E842-26B63FDEE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732" y="4745353"/>
            <a:ext cx="5130560" cy="1077417"/>
          </a:xfrm>
          <a:prstGeom prst="rect">
            <a:avLst/>
          </a:prstGeom>
        </p:spPr>
      </p:pic>
      <p:grpSp>
        <p:nvGrpSpPr>
          <p:cNvPr id="202" name="Bottom Right">
            <a:extLst>
              <a:ext uri="{FF2B5EF4-FFF2-40B4-BE49-F238E27FC236}">
                <a16:creationId xmlns:a16="http://schemas.microsoft.com/office/drawing/2014/main" id="{CE5E50B5-764C-4CF0-BE62-6330BDB19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109" name="Graphic 157">
              <a:extLst>
                <a:ext uri="{FF2B5EF4-FFF2-40B4-BE49-F238E27FC236}">
                  <a16:creationId xmlns:a16="http://schemas.microsoft.com/office/drawing/2014/main" id="{9C1BDBFA-B254-41ED-90D6-17F930A079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1E84A133-F5D3-4950-9DC9-A3DEEEBC95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682FFBFE-D99F-4065-9AEC-88E664DB84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421980AE-6D2C-4DAE-A7A8-520458372D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3B2229E-2951-41E8-AD53-08D8005238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82D20C4F-2AC9-44DD-9092-45ACB8A175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08C98BF0-6D5F-4454-8756-16602535A0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B6F1B3E8-AAFA-43AA-9872-DF033CCBF6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ECAE8F4B-267D-4381-A9FD-CEF14AE69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1039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6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85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98" name="Top left">
            <a:extLst>
              <a:ext uri="{FF2B5EF4-FFF2-40B4-BE49-F238E27FC236}">
                <a16:creationId xmlns:a16="http://schemas.microsoft.com/office/drawing/2014/main" id="{A345EEC5-ECAA-408B-B9D7-1C0E1102C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C09B09D8-FF9D-4CE5-853B-3BA46FD5C3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DC978A2-F53F-4B72-9BAC-5F78F00B6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F73D09D-1DE1-441E-88F5-CD2CBAB88D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9DE61DBF-5FB0-4603-BE95-C566DD48B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D8C89DF5-F013-4C54-B9AD-2E158706C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9ED89947-A3CF-4B11-8DE7-5D07A57CB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D3E24021-DB80-451B-96A6-0D21AC0C84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BDA2B48-4CD9-45C3-8F12-2125533678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5CD326F-4D02-0F5C-E746-28F36ECCCC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182" y="559813"/>
            <a:ext cx="10246090" cy="14711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DATA PREPROCESSING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A3707-D5C9-B063-6756-D62CA55AF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5756" y="2384474"/>
            <a:ext cx="4810872" cy="3728613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indent="-228600" algn="l">
              <a:buFont typeface="Avenir Next LT Pro" panose="020B0504020202020204" pitchFamily="34" charset="0"/>
              <a:buChar char="+"/>
            </a:pPr>
            <a:r>
              <a:rPr lang="en-US" sz="2000" dirty="0">
                <a:latin typeface="Amasis MT Pro" panose="02040504050005020304" pitchFamily="18" charset="0"/>
              </a:rPr>
              <a:t>Removed missing or invalid entries</a:t>
            </a:r>
          </a:p>
          <a:p>
            <a:pPr indent="-228600" algn="l">
              <a:buFont typeface="Avenir Next LT Pro" panose="020B0504020202020204" pitchFamily="34" charset="0"/>
              <a:buChar char="+"/>
            </a:pPr>
            <a:r>
              <a:rPr lang="en-US" sz="2000" dirty="0">
                <a:latin typeface="Amasis MT Pro" panose="02040504050005020304" pitchFamily="18" charset="0"/>
              </a:rPr>
              <a:t>Converted labels to (0=FAKE, 1=REAL)</a:t>
            </a:r>
          </a:p>
          <a:p>
            <a:pPr indent="-228600" algn="l">
              <a:buFont typeface="Avenir Next LT Pro" panose="020B0504020202020204" pitchFamily="34" charset="0"/>
              <a:buChar char="+"/>
            </a:pPr>
            <a:r>
              <a:rPr lang="en-US" sz="2000" dirty="0">
                <a:latin typeface="Amasis MT Pro" panose="02040504050005020304" pitchFamily="18" charset="0"/>
              </a:rPr>
              <a:t>Cleaned text:</a:t>
            </a:r>
          </a:p>
          <a:p>
            <a:pPr lvl="1" indent="-228600" algn="l">
              <a:buFont typeface="Avenir Next LT Pro" panose="020B0504020202020204" pitchFamily="34" charset="0"/>
              <a:buChar char="+"/>
            </a:pPr>
            <a:r>
              <a:rPr lang="en-US" dirty="0">
                <a:latin typeface="Amasis MT Pro" panose="02040504050005020304" pitchFamily="18" charset="0"/>
              </a:rPr>
              <a:t>Lowercasing</a:t>
            </a:r>
          </a:p>
          <a:p>
            <a:pPr lvl="1" indent="-228600" algn="l">
              <a:buFont typeface="Avenir Next LT Pro" panose="020B0504020202020204" pitchFamily="34" charset="0"/>
              <a:buChar char="+"/>
            </a:pPr>
            <a:r>
              <a:rPr lang="en-US" dirty="0">
                <a:latin typeface="Amasis MT Pro" panose="02040504050005020304" pitchFamily="18" charset="0"/>
              </a:rPr>
              <a:t>Remove URLs &amp; HTML</a:t>
            </a:r>
          </a:p>
          <a:p>
            <a:pPr lvl="1" indent="-228600" algn="l">
              <a:buFont typeface="Avenir Next LT Pro" panose="020B0504020202020204" pitchFamily="34" charset="0"/>
              <a:buChar char="+"/>
            </a:pPr>
            <a:r>
              <a:rPr lang="en-US" dirty="0">
                <a:latin typeface="Amasis MT Pro" panose="02040504050005020304" pitchFamily="18" charset="0"/>
              </a:rPr>
              <a:t>Remove symbols</a:t>
            </a:r>
          </a:p>
          <a:p>
            <a:pPr lvl="1" indent="-228600" algn="l">
              <a:buFont typeface="Avenir Next LT Pro" panose="020B0504020202020204" pitchFamily="34" charset="0"/>
              <a:buChar char="+"/>
            </a:pPr>
            <a:r>
              <a:rPr lang="en-US" dirty="0">
                <a:latin typeface="Amasis MT Pro" panose="02040504050005020304" pitchFamily="18" charset="0"/>
              </a:rPr>
              <a:t>Collapse spaces</a:t>
            </a:r>
          </a:p>
          <a:p>
            <a:pPr indent="-228600" algn="l">
              <a:buFont typeface="Avenir Next LT Pro" panose="020B0504020202020204" pitchFamily="34" charset="0"/>
              <a:buChar char="+"/>
            </a:pPr>
            <a:r>
              <a:rPr lang="en-US" sz="2000" dirty="0">
                <a:latin typeface="Amasis MT Pro" panose="02040504050005020304" pitchFamily="18" charset="0"/>
              </a:rPr>
              <a:t>Removed duplicates</a:t>
            </a:r>
          </a:p>
          <a:p>
            <a:pPr indent="-228600" algn="l">
              <a:buFont typeface="Avenir Next LT Pro" panose="020B0504020202020204" pitchFamily="34" charset="0"/>
              <a:buChar char="+"/>
            </a:pPr>
            <a:r>
              <a:rPr lang="en-US" sz="2000" dirty="0">
                <a:latin typeface="Amasis MT Pro" panose="02040504050005020304" pitchFamily="18" charset="0"/>
              </a:rPr>
              <a:t>Added text length distribution</a:t>
            </a:r>
          </a:p>
          <a:p>
            <a:pPr indent="-228600" algn="l">
              <a:buFont typeface="Avenir Next LT Pro" panose="020B0504020202020204" pitchFamily="34" charset="0"/>
              <a:buChar char="+"/>
            </a:pPr>
            <a:endParaRPr lang="en-US" sz="1800" dirty="0"/>
          </a:p>
        </p:txBody>
      </p:sp>
      <p:pic>
        <p:nvPicPr>
          <p:cNvPr id="20" name="Graphic 19" descr="Clipboard Partially Checked outline">
            <a:extLst>
              <a:ext uri="{FF2B5EF4-FFF2-40B4-BE49-F238E27FC236}">
                <a16:creationId xmlns:a16="http://schemas.microsoft.com/office/drawing/2014/main" id="{20B9C490-7298-EA61-FF49-EC30791AA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6562" y="2304938"/>
            <a:ext cx="3808150" cy="3808150"/>
          </a:xfrm>
          <a:prstGeom prst="rect">
            <a:avLst/>
          </a:prstGeom>
        </p:spPr>
      </p:pic>
      <p:grpSp>
        <p:nvGrpSpPr>
          <p:cNvPr id="108" name="Bottom Right">
            <a:extLst>
              <a:ext uri="{FF2B5EF4-FFF2-40B4-BE49-F238E27FC236}">
                <a16:creationId xmlns:a16="http://schemas.microsoft.com/office/drawing/2014/main" id="{F0A218EB-ECC2-4D0D-9EDC-F5CB062CA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E419D1C3-874F-4BF6-A356-1EA4A20D49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110" name="Graphic 157">
              <a:extLst>
                <a:ext uri="{FF2B5EF4-FFF2-40B4-BE49-F238E27FC236}">
                  <a16:creationId xmlns:a16="http://schemas.microsoft.com/office/drawing/2014/main" id="{4AC4AE33-203A-4A93-8263-6CC6BB608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1F15373C-6DCA-4058-94CC-6476950E59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961BE5B1-15E0-484D-8B21-F6BA455B21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81167C23-6882-4551-BF77-DF537E736E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50749460-4B9F-4DE4-9931-7B5831D68F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A567746C-E54C-4865-ACF1-CD31DD1D8D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9E7B0826-2FBE-4B23-B784-BB7CDA8B3A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DF54EDF-BA0A-440F-B20A-2A76BFE15C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A53B2ADC-F80C-403E-B1CA-BCFED2CE5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82300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658F4-9538-70FD-687A-B63407579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Data Splits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DA42C9B6-8B49-2268-74D2-8F5356DFC9B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20406788"/>
              </p:ext>
            </p:extLst>
          </p:nvPr>
        </p:nvGraphicFramePr>
        <p:xfrm>
          <a:off x="838198" y="1876872"/>
          <a:ext cx="4328160" cy="3479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Content Placeholder 6" descr="A red and blue bars&#10;&#10;AI-generated content may be incorrect.">
            <a:extLst>
              <a:ext uri="{FF2B5EF4-FFF2-40B4-BE49-F238E27FC236}">
                <a16:creationId xmlns:a16="http://schemas.microsoft.com/office/drawing/2014/main" id="{3BB0BE6F-9181-0325-3E4B-01A91899C6B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5532120" y="1690688"/>
            <a:ext cx="6065520" cy="3665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8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78AC-EEFD-741F-03E9-322EA8DCA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Baseline 1: Logistic Regression + TF‑IDF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7DE69-748B-A08B-C11B-3C88C1232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4977" y="1690688"/>
            <a:ext cx="5181600" cy="4351338"/>
          </a:xfrm>
        </p:spPr>
        <p:txBody>
          <a:bodyPr/>
          <a:lstStyle/>
          <a:p>
            <a:r>
              <a:rPr lang="en-US" sz="2000" dirty="0">
                <a:latin typeface="Amasis MT Pro" panose="02040504050005020304" pitchFamily="18" charset="0"/>
              </a:rPr>
              <a:t>Simple but strong baseline</a:t>
            </a:r>
          </a:p>
          <a:p>
            <a:r>
              <a:rPr lang="en-US" sz="2000" dirty="0">
                <a:latin typeface="Amasis MT Pro" panose="02040504050005020304" pitchFamily="18" charset="0"/>
              </a:rPr>
              <a:t>TF‑IDF → Logistic Regression</a:t>
            </a:r>
          </a:p>
          <a:p>
            <a:r>
              <a:rPr lang="en-US" sz="2000" dirty="0">
                <a:latin typeface="Amasis MT Pro" panose="02040504050005020304" pitchFamily="18" charset="0"/>
              </a:rPr>
              <a:t>Grid Search to tune C parameter</a:t>
            </a:r>
          </a:p>
          <a:p>
            <a:r>
              <a:rPr lang="en-US" sz="2000" dirty="0">
                <a:latin typeface="Amasis MT Pro" panose="02040504050005020304" pitchFamily="18" charset="0"/>
              </a:rPr>
              <a:t>Good interpretability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C7A417E-E4A5-FF4A-A557-366E4F4984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4485" r="12604"/>
          <a:stretch>
            <a:fillRect/>
          </a:stretch>
        </p:blipFill>
        <p:spPr>
          <a:xfrm>
            <a:off x="1549277" y="4254345"/>
            <a:ext cx="4359336" cy="9129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ADAE98-B845-2CFC-CB70-822E04B2C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648" y="1690688"/>
            <a:ext cx="4860638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046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986F1-2B24-6C03-0BF1-8A770FFC5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Baseline 2: Naive Bayes + TF‑IDF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66" name="Content Placeholder 2">
            <a:extLst>
              <a:ext uri="{FF2B5EF4-FFF2-40B4-BE49-F238E27FC236}">
                <a16:creationId xmlns:a16="http://schemas.microsoft.com/office/drawing/2014/main" id="{92C2A9F6-AB93-CD7C-424E-618572C229E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32525876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4" name="Content Placeholder 63">
            <a:extLst>
              <a:ext uri="{FF2B5EF4-FFF2-40B4-BE49-F238E27FC236}">
                <a16:creationId xmlns:a16="http://schemas.microsoft.com/office/drawing/2014/main" id="{E65ADCE6-E4A5-7900-16AE-DB7EF10DCA6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562725" y="2667794"/>
            <a:ext cx="4791075" cy="266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093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9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8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41" name="Top left">
            <a:extLst>
              <a:ext uri="{FF2B5EF4-FFF2-40B4-BE49-F238E27FC236}">
                <a16:creationId xmlns:a16="http://schemas.microsoft.com/office/drawing/2014/main" id="{30C2D420-03A9-4AB5-9C8A-784654664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ACABB24-F7CD-4FB6-ADC2-BA8B6090F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63CD70C-B739-42A7-9846-79FB2804E2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0BC00AE-5BBE-4063-8F83-D4A141B489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EECB1B8-9A34-47D7-B4F5-0D8B80D86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CDCDB07-106E-4AD6-8CD4-9278316940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283BD4B-51FB-4643-A52C-2E4111966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F1AD6CE-5252-4F04-9CA4-6B5B26CB7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FBA2D29-8DB1-44B7-8310-7FA36270A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CC1395D-1BFD-3485-A9E1-1251BE328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581" y="634945"/>
            <a:ext cx="9741231" cy="20917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Lightweight Transformer (</a:t>
            </a:r>
            <a:r>
              <a:rPr lang="en-US" sz="4000" b="1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Keras</a:t>
            </a:r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)</a:t>
            </a:r>
            <a:br>
              <a:rPr lang="en-US" sz="37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37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FAAD2-8B02-CFC6-B490-B7D8361F3F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70302" y="2262578"/>
            <a:ext cx="4977905" cy="3362430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Amasis MT Pro" panose="02040504050005020304" pitchFamily="18" charset="0"/>
              </a:rPr>
              <a:t>Custom </a:t>
            </a:r>
            <a:r>
              <a:rPr lang="en-US" sz="2000" dirty="0" err="1">
                <a:latin typeface="Amasis MT Pro" panose="02040504050005020304" pitchFamily="18" charset="0"/>
              </a:rPr>
              <a:t>Keras</a:t>
            </a:r>
            <a:r>
              <a:rPr lang="en-US" sz="2000" dirty="0">
                <a:latin typeface="Amasis MT Pro" panose="02040504050005020304" pitchFamily="18" charset="0"/>
              </a:rPr>
              <a:t> model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Amasis MT Pro" panose="02040504050005020304" pitchFamily="18" charset="0"/>
              </a:rPr>
              <a:t>Uses:</a:t>
            </a:r>
          </a:p>
          <a:p>
            <a:pPr lvl="1">
              <a:lnSpc>
                <a:spcPct val="100000"/>
              </a:lnSpc>
            </a:pPr>
            <a:r>
              <a:rPr lang="en-US" sz="2000" dirty="0" err="1">
                <a:latin typeface="Amasis MT Pro" panose="02040504050005020304" pitchFamily="18" charset="0"/>
              </a:rPr>
              <a:t>TextVectorization</a:t>
            </a:r>
            <a:endParaRPr lang="en-US" sz="2000" dirty="0">
              <a:latin typeface="Amasis MT Pro" panose="020405040500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Amasis MT Pro" panose="02040504050005020304" pitchFamily="18" charset="0"/>
              </a:rPr>
              <a:t>Embedding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Amasis MT Pro" panose="02040504050005020304" pitchFamily="18" charset="0"/>
              </a:rPr>
              <a:t>Multi-head Attention</a:t>
            </a:r>
          </a:p>
          <a:p>
            <a:pPr lvl="1">
              <a:lnSpc>
                <a:spcPct val="100000"/>
              </a:lnSpc>
            </a:pPr>
            <a:r>
              <a:rPr lang="en-US" sz="2000" dirty="0" err="1">
                <a:latin typeface="Amasis MT Pro" panose="02040504050005020304" pitchFamily="18" charset="0"/>
              </a:rPr>
              <a:t>LayerNorm</a:t>
            </a:r>
            <a:r>
              <a:rPr lang="en-US" sz="2000" dirty="0">
                <a:latin typeface="Amasis MT Pro" panose="02040504050005020304" pitchFamily="18" charset="0"/>
              </a:rPr>
              <a:t> + Residuals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Amasis MT Pro" panose="02040504050005020304" pitchFamily="18" charset="0"/>
              </a:rPr>
              <a:t>Acts as a middle ground between TF‑IDF and </a:t>
            </a:r>
            <a:r>
              <a:rPr lang="en-US" sz="2000" dirty="0" err="1">
                <a:latin typeface="Amasis MT Pro" panose="02040504050005020304" pitchFamily="18" charset="0"/>
              </a:rPr>
              <a:t>DistilBERT</a:t>
            </a:r>
            <a:endParaRPr lang="en-US" sz="2000" dirty="0">
              <a:latin typeface="Amasis MT Pro" panose="020405040500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Amasis MT Pro" panose="02040504050005020304" pitchFamily="18" charset="0"/>
              </a:rPr>
              <a:t>Trained for 5 epochs</a:t>
            </a:r>
          </a:p>
          <a:p>
            <a:pPr>
              <a:lnSpc>
                <a:spcPct val="100000"/>
              </a:lnSpc>
            </a:pPr>
            <a:endParaRPr lang="en-US" sz="11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84BA542-6F73-BD42-5514-DB49B72C32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2619" y="3511569"/>
            <a:ext cx="6190439" cy="3073786"/>
          </a:xfrm>
          <a:prstGeom prst="rect">
            <a:avLst/>
          </a:prstGeom>
        </p:spPr>
      </p:pic>
      <p:grpSp>
        <p:nvGrpSpPr>
          <p:cNvPr id="51" name="Bottom Right">
            <a:extLst>
              <a:ext uri="{FF2B5EF4-FFF2-40B4-BE49-F238E27FC236}">
                <a16:creationId xmlns:a16="http://schemas.microsoft.com/office/drawing/2014/main" id="{B1974323-6061-403E-B0D1-A73F28375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361968C-F531-4231-BBDC-3415177EA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53" name="Graphic 157">
              <a:extLst>
                <a:ext uri="{FF2B5EF4-FFF2-40B4-BE49-F238E27FC236}">
                  <a16:creationId xmlns:a16="http://schemas.microsoft.com/office/drawing/2014/main" id="{E72294A1-7036-4100-8596-574E6EEB0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BEDBF857-3C89-44F9-9C0D-B5439C63DB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3F3B354C-0CC2-421F-89E2-6AA4EB15CF5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0AB573DB-6079-4DBA-A027-A37A6FB6E7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BCBCC42A-F810-45E8-A0E4-7659F0B3E7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772F30E3-9A21-43C2-97B8-2209BE7DC5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A2E54461-65B3-4F28-9F39-F68AE0C7E0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542231B2-F2ED-49B7-A9A1-60A0C3A31E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A628F82-CF87-44D1-A6D8-8C000BFE6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839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9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8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41" name="Top left">
            <a:extLst>
              <a:ext uri="{FF2B5EF4-FFF2-40B4-BE49-F238E27FC236}">
                <a16:creationId xmlns:a16="http://schemas.microsoft.com/office/drawing/2014/main" id="{6B72B514-4AB8-43DF-84D4-951DBF368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18CBCFF-BD6B-4455-9B70-EFE805CA2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C930A72-C529-4D5D-B460-A5A5375F98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92FE3B2-9E8F-4022-93E8-BAAD0D50B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F85196A-D084-4219-B329-E5A7032CF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8174307-CBF0-4926-99C3-3072804B3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3DDE618-1CD3-4BE5-8742-5D51BBF30D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D73DBA2-8AAA-4F85-81B5-99B96A471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A346AE2-9E14-4CFB-8DD3-0B1633621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0C617A-11CB-04F5-1CE3-16153774D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8119016" cy="16645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Preparing Data for </a:t>
            </a:r>
            <a:r>
              <a:rPr lang="en-US" sz="4000" b="1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DistilBERT</a:t>
            </a:r>
            <a:br>
              <a:rPr lang="en-US" sz="37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37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9" name="Content Placeholder 2">
            <a:extLst>
              <a:ext uri="{FF2B5EF4-FFF2-40B4-BE49-F238E27FC236}">
                <a16:creationId xmlns:a16="http://schemas.microsoft.com/office/drawing/2014/main" id="{858C52B3-E96F-EEB0-94B4-AEE99AABC89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11016656"/>
              </p:ext>
            </p:extLst>
          </p:nvPr>
        </p:nvGraphicFramePr>
        <p:xfrm>
          <a:off x="962298" y="2256975"/>
          <a:ext cx="5604997" cy="3728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D9E0E4-8819-BDB8-B60A-39B1655C0F8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960605" y="3085216"/>
            <a:ext cx="4817466" cy="1770418"/>
          </a:xfrm>
          <a:prstGeom prst="rect">
            <a:avLst/>
          </a:prstGeom>
        </p:spPr>
      </p:pic>
      <p:grpSp>
        <p:nvGrpSpPr>
          <p:cNvPr id="51" name="Bottom Right">
            <a:extLst>
              <a:ext uri="{FF2B5EF4-FFF2-40B4-BE49-F238E27FC236}">
                <a16:creationId xmlns:a16="http://schemas.microsoft.com/office/drawing/2014/main" id="{DD2E06CA-048F-403F-AD47-B098C0A25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324E2410-B321-4174-8C27-7749F2A57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53" name="Graphic 157">
              <a:extLst>
                <a:ext uri="{FF2B5EF4-FFF2-40B4-BE49-F238E27FC236}">
                  <a16:creationId xmlns:a16="http://schemas.microsoft.com/office/drawing/2014/main" id="{EE03354E-6E8A-4926-8545-B6B873F1F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5BBCAC88-02AA-4773-A48A-D144EA52EE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6C51D753-137C-455D-97D4-ACCB464D93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02ABCEE4-D638-4555-AC4A-7E190462FA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2F383AB0-7670-4584-8F01-4324D54BB9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4CD1567B-7D6D-497B-8CA8-14D96E0106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CF3C4A9D-7E63-4D24-B697-23D58B3160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315D2559-8BE6-439C-83F0-CE5BF53C94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0A374A4F-696B-4911-BE1B-B180D09A1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2519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06" name="Top left">
            <a:extLst>
              <a:ext uri="{FF2B5EF4-FFF2-40B4-BE49-F238E27FC236}">
                <a16:creationId xmlns:a16="http://schemas.microsoft.com/office/drawing/2014/main" id="{32D15CB3-AC64-41F7-86F8-22A111F3D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8FAC53-55F6-4B51-8FAD-977E5E7D7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C29D267-CD4D-4FD7-8F45-1C8FB4235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EFC9A2B-D1CA-4247-836D-EAB80EB5E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4F9AB28-B3F0-425B-8E51-E16DDB853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91B00CE-2CF5-4DF1-A345-4516E2E83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B332657-F1E9-428F-BA70-8DD848E55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66A6EF8-94C7-4127-9EF9-584AD6885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B1C2001-8549-4C7B-86AB-049B0C99E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1022A5-4C8D-0875-14BB-A3D34273E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7994" y="673731"/>
            <a:ext cx="9988166" cy="149940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Fine‑tuning </a:t>
            </a:r>
            <a:r>
              <a:rPr lang="en-US" sz="4000" b="1" dirty="0" err="1"/>
              <a:t>DistilBERT</a:t>
            </a:r>
            <a:br>
              <a:rPr lang="en-US" b="1" dirty="0"/>
            </a:br>
            <a:endParaRPr lang="en-US" dirty="0"/>
          </a:p>
        </p:txBody>
      </p:sp>
      <p:grpSp>
        <p:nvGrpSpPr>
          <p:cNvPr id="107" name="Bottom Right">
            <a:extLst>
              <a:ext uri="{FF2B5EF4-FFF2-40B4-BE49-F238E27FC236}">
                <a16:creationId xmlns:a16="http://schemas.microsoft.com/office/drawing/2014/main" id="{921D9B61-CDA2-49D1-82AA-53469149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24" name="Graphic 157">
              <a:extLst>
                <a:ext uri="{FF2B5EF4-FFF2-40B4-BE49-F238E27FC236}">
                  <a16:creationId xmlns:a16="http://schemas.microsoft.com/office/drawing/2014/main" id="{A202591B-301C-460E-801A-4C116AC08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6"/>
              <a:chOff x="4114800" y="1423987"/>
              <a:chExt cx="3961542" cy="4007547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57EC7EC-4934-4A65-B3AA-6AE3BD0739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201FEC27-F3E2-41E5-8C3B-FF66A13D84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CBFE67A7-A995-43D6-8414-EBB2A758A0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DB28E40-FF5E-459D-B516-A16554BBBF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9724247A-6615-4D27-80F0-3392762826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95168B2-CEF6-486B-AD0C-D063CDD988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E27C133D-9749-4B34-9018-29F3FF86C0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388060-18B7-4BD6-A3C5-F6B8E1467E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aphicFrame>
        <p:nvGraphicFramePr>
          <p:cNvPr id="108" name="Content Placeholder 2">
            <a:extLst>
              <a:ext uri="{FF2B5EF4-FFF2-40B4-BE49-F238E27FC236}">
                <a16:creationId xmlns:a16="http://schemas.microsoft.com/office/drawing/2014/main" id="{1D930B6A-303A-A682-5CDE-E0EA5E15F4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3896562"/>
              </p:ext>
            </p:extLst>
          </p:nvPr>
        </p:nvGraphicFramePr>
        <p:xfrm>
          <a:off x="611032" y="2048867"/>
          <a:ext cx="10982090" cy="42760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8209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46ACC-3428-942A-BB58-91D0B6FF6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Final Model Evaluation (</a:t>
            </a:r>
            <a:r>
              <a:rPr lang="en-US" b="1" dirty="0" err="1"/>
              <a:t>DistilBERT</a:t>
            </a:r>
            <a:r>
              <a:rPr lang="en-US" b="1" dirty="0"/>
              <a:t>)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61AE02-D845-9915-DB71-F8EF83B862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14221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masis MT Pro" panose="02040504050005020304" pitchFamily="18" charset="0"/>
              </a:rPr>
              <a:t>Highest performance among all models</a:t>
            </a:r>
          </a:p>
          <a:p>
            <a:r>
              <a:rPr lang="en-US" sz="2000" dirty="0">
                <a:latin typeface="Amasis MT Pro" panose="02040504050005020304" pitchFamily="18" charset="0"/>
              </a:rPr>
              <a:t>Metrics (Accuracy, Precision, Recall, F1)</a:t>
            </a:r>
          </a:p>
          <a:p>
            <a:r>
              <a:rPr lang="en-US" sz="2000" dirty="0">
                <a:latin typeface="Amasis MT Pro" panose="02040504050005020304" pitchFamily="18" charset="0"/>
              </a:rPr>
              <a:t>ROC‑AUC score</a:t>
            </a:r>
          </a:p>
          <a:p>
            <a:r>
              <a:rPr lang="en-US" sz="2000" dirty="0">
                <a:latin typeface="Amasis MT Pro" panose="02040504050005020304" pitchFamily="18" charset="0"/>
              </a:rPr>
              <a:t>Classification report summary</a:t>
            </a:r>
          </a:p>
          <a:p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C196162-9A19-9CFD-61B4-23997796C8F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90007" y="4253932"/>
            <a:ext cx="3703905" cy="10288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272DEC-809B-1AEF-0824-B7AE16D28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430" y="1825625"/>
            <a:ext cx="4633850" cy="411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401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ectangle 212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14" name="Freeform: Shape 213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215" name="Freeform: Shape 214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216" name="Freeform: Shape 215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17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18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219" name="Rectangle 21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55C323-3F2F-304F-56F2-F05A59E17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9406" y="559813"/>
            <a:ext cx="4814412" cy="166457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Error Analysis</a:t>
            </a:r>
            <a:br>
              <a:rPr lang="en-US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2FBF07-42ED-9654-A76F-F8C8B4CD47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08165" y="609695"/>
            <a:ext cx="3968333" cy="2552825"/>
          </a:xfrm>
          <a:prstGeom prst="rect">
            <a:avLst/>
          </a:prstGeom>
        </p:spPr>
      </p:pic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D3F1E26-0678-FCE0-A974-B1783C7B8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165" y="3387836"/>
            <a:ext cx="4669407" cy="2552825"/>
          </a:xfrm>
          <a:prstGeom prst="rect">
            <a:avLst/>
          </a:prstGeom>
        </p:spPr>
      </p:pic>
      <p:grpSp>
        <p:nvGrpSpPr>
          <p:cNvPr id="221" name="Top left">
            <a:extLst>
              <a:ext uri="{FF2B5EF4-FFF2-40B4-BE49-F238E27FC236}">
                <a16:creationId xmlns:a16="http://schemas.microsoft.com/office/drawing/2014/main" id="{53FF397C-0BA2-4832-BF04-9DC9A075E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95DD1F88-7D7E-4B4B-AAD7-040A29B995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875BF02-2C73-48FE-822B-F6FA80814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D878BCC-DF6A-4DC7-BD8C-D79765B7D7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9E8563F-1B6A-4833-A862-1DD304221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54B3FCC-DE97-4089-BAAD-15BB34B566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F3552599-325F-4A54-B491-3B7565C668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586C819-684E-44D1-BE44-11E930353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E67FD8B-C953-4AD7-999B-BE3BEF647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26" name="Bottom Right">
            <a:extLst>
              <a:ext uri="{FF2B5EF4-FFF2-40B4-BE49-F238E27FC236}">
                <a16:creationId xmlns:a16="http://schemas.microsoft.com/office/drawing/2014/main" id="{3D0D64BB-A877-435E-8447-C893326AC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54" name="Graphic 157">
              <a:extLst>
                <a:ext uri="{FF2B5EF4-FFF2-40B4-BE49-F238E27FC236}">
                  <a16:creationId xmlns:a16="http://schemas.microsoft.com/office/drawing/2014/main" id="{F293184D-9250-4C3C-8B86-798B7AAD2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7D72177B-E4F8-4B8E-895E-D18FF6BCCA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E1F0587A-F9F1-4685-B8DA-EC74B245E7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FEE1D365-420F-447E-BAEF-CAC4E08374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A7975467-A7C1-4DCE-B0CB-574E7029D0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0201610E-ACAB-4E95-AD3C-240473C81C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7FEEA117-B163-432C-BDBB-BC82474CDE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144F3D45-402B-4A78-B1F1-F8D2C65CFC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4BB6A49-4B9B-44D3-9DAD-3ABA5C58A7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aphicFrame>
        <p:nvGraphicFramePr>
          <p:cNvPr id="232" name="Content Placeholder 2">
            <a:extLst>
              <a:ext uri="{FF2B5EF4-FFF2-40B4-BE49-F238E27FC236}">
                <a16:creationId xmlns:a16="http://schemas.microsoft.com/office/drawing/2014/main" id="{C1962DAF-6340-DADA-96AE-3361D86C023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57272820"/>
              </p:ext>
            </p:extLst>
          </p:nvPr>
        </p:nvGraphicFramePr>
        <p:xfrm>
          <a:off x="6426257" y="1600255"/>
          <a:ext cx="4814102" cy="3728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74470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9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4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32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140" name="Rectangle 13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236A4F-3CAB-6E03-81C5-4CFA58D19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968" y="-64042"/>
            <a:ext cx="12188952" cy="16645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Building the Web Application (</a:t>
            </a:r>
            <a:r>
              <a:rPr lang="en-US" sz="4000" b="1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Gradio</a:t>
            </a:r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Interface)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1D9A3-EFA1-8AFC-88B0-84745A5D03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304" y="2129070"/>
            <a:ext cx="5604997" cy="3728613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Amasis MT Pro" panose="02040504050005020304" pitchFamily="18" charset="0"/>
              </a:rPr>
              <a:t>Built an interactive web application using </a:t>
            </a:r>
            <a:r>
              <a:rPr lang="en-US" sz="2000" dirty="0" err="1">
                <a:latin typeface="Amasis MT Pro" panose="02040504050005020304" pitchFamily="18" charset="0"/>
              </a:rPr>
              <a:t>Gradio</a:t>
            </a:r>
            <a:endParaRPr lang="en-US" sz="2000" dirty="0">
              <a:latin typeface="Amasis MT Pro" panose="020405040500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Amasis MT Pro" panose="02040504050005020304" pitchFamily="18" charset="0"/>
              </a:rPr>
              <a:t>Provides real‑time Fake News Detection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Amasis MT Pro" panose="02040504050005020304" pitchFamily="18" charset="0"/>
              </a:rPr>
              <a:t>Model used in web app → TF‑IDF + Logistic Regression (fast &amp; lightweight)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Amasis MT Pro" panose="02040504050005020304" pitchFamily="18" charset="0"/>
              </a:rPr>
              <a:t>Two major features: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Amasis MT Pro" panose="02040504050005020304" pitchFamily="18" charset="0"/>
              </a:rPr>
              <a:t>Single Article/Headline Classifier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Amasis MT Pro" panose="02040504050005020304" pitchFamily="18" charset="0"/>
              </a:rPr>
              <a:t>Headline vs Article Consistency Checker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Amasis MT Pro" panose="02040504050005020304" pitchFamily="18" charset="0"/>
              </a:rPr>
              <a:t>Designed for non‑technical users to easily check suspicious news</a:t>
            </a:r>
          </a:p>
          <a:p>
            <a:pPr>
              <a:lnSpc>
                <a:spcPct val="100000"/>
              </a:lnSpc>
            </a:pPr>
            <a:endParaRPr lang="en-US" sz="1800" dirty="0"/>
          </a:p>
        </p:txBody>
      </p:sp>
      <p:grpSp>
        <p:nvGrpSpPr>
          <p:cNvPr id="142" name="Top left">
            <a:extLst>
              <a:ext uri="{FF2B5EF4-FFF2-40B4-BE49-F238E27FC236}">
                <a16:creationId xmlns:a16="http://schemas.microsoft.com/office/drawing/2014/main" id="{018B77F3-19EF-43BE-AA95-9929CF088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2838E937-01D3-43B7-8692-491307AAD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3F4D862-7F81-447A-870A-C1E84EF0B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05A4B939-23EE-4F6C-B802-5741F61D5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4E00246F-3383-4D02-BF0E-393F9033A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C74B0BD-FBF1-4B0E-98C1-3C6625D900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9237D294-281E-449D-A31F-FE23A2C9C1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082F7F5-1FD9-4206-8F6B-48A5EC70F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5EBEE9A-F4B1-4271-96B8-76984411A5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705782DB-4335-9E50-0B9C-7CE313260E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31" r="4" b="5697"/>
          <a:stretch>
            <a:fillRect/>
          </a:stretch>
        </p:blipFill>
        <p:spPr>
          <a:xfrm>
            <a:off x="7304936" y="3754829"/>
            <a:ext cx="4580186" cy="2318451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6A3E813-FB47-974A-EA36-AE46C6F8FB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r="8436" b="-3"/>
          <a:stretch>
            <a:fillRect/>
          </a:stretch>
        </p:blipFill>
        <p:spPr>
          <a:xfrm>
            <a:off x="7304936" y="1205183"/>
            <a:ext cx="4580186" cy="2231928"/>
          </a:xfrm>
          <a:prstGeom prst="rect">
            <a:avLst/>
          </a:prstGeom>
        </p:spPr>
      </p:pic>
      <p:grpSp>
        <p:nvGrpSpPr>
          <p:cNvPr id="151" name="Bottom Right">
            <a:extLst>
              <a:ext uri="{FF2B5EF4-FFF2-40B4-BE49-F238E27FC236}">
                <a16:creationId xmlns:a16="http://schemas.microsoft.com/office/drawing/2014/main" id="{4602417A-49F6-4C14-8B11-5084771A7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58" name="Graphic 157">
              <a:extLst>
                <a:ext uri="{FF2B5EF4-FFF2-40B4-BE49-F238E27FC236}">
                  <a16:creationId xmlns:a16="http://schemas.microsoft.com/office/drawing/2014/main" id="{9803CDD2-AAD9-4EAA-9068-A6D56495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F7C90D60-EDE8-407D-A86D-3CEF27FFCC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10CCD602-3FF2-418C-9B4D-B4780431BA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A9D3269F-9D94-4D85-9E00-1B59A84B7A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02203C4A-B4A3-45C0-B0DE-2B9145557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EFCC0D32-1739-4A44-BC19-4ECBE16F2E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259FE917-2EF7-432F-8922-99FECF0BEE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950DFABA-E0A5-4E63-A04E-7CDB6EC5EE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95CF746F-B5C9-4EFB-A1CF-CFA2A0495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16533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Rectangle 284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86" name="Freeform: Shape 285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287" name="Freeform: Shape 286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288" name="Freeform: Shape 287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9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97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305" name="Rectangle 304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202037-16A1-91B4-39D6-0E07178C4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8440" y="202899"/>
            <a:ext cx="8794903" cy="127275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b="1" kern="1200" dirty="0">
                <a:solidFill>
                  <a:schemeClr val="tx2"/>
                </a:solidFill>
                <a:ea typeface="+mj-ea"/>
                <a:cs typeface="+mj-cs"/>
              </a:rPr>
              <a:t>Web App Demo – How It Works</a:t>
            </a:r>
            <a:b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40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307" name="Cros">
            <a:extLst>
              <a:ext uri="{FF2B5EF4-FFF2-40B4-BE49-F238E27FC236}">
                <a16:creationId xmlns:a16="http://schemas.microsoft.com/office/drawing/2014/main" id="{59CA7EC1-7302-4393-8C8E-12258F5D4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684664" y="431835"/>
            <a:ext cx="118872" cy="118872"/>
            <a:chOff x="1175347" y="3733800"/>
            <a:chExt cx="118872" cy="118872"/>
          </a:xfrm>
        </p:grpSpPr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35F0BB33-BBF7-4ECA-9EA4-13DBBBFDBB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867B06A1-47C3-458A-832D-639ED434E0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10" name="Content Placeholder 2">
            <a:extLst>
              <a:ext uri="{FF2B5EF4-FFF2-40B4-BE49-F238E27FC236}">
                <a16:creationId xmlns:a16="http://schemas.microsoft.com/office/drawing/2014/main" id="{E1FB7962-FCD7-5CA6-923C-358A84541A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2370" y="2043597"/>
            <a:ext cx="5388685" cy="3728613"/>
          </a:xfr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latin typeface="Amasis MT Pro" panose="02040504050005020304" pitchFamily="18" charset="0"/>
              </a:rPr>
              <a:t>Live demonstration</a:t>
            </a:r>
            <a:r>
              <a:rPr lang="en-US" sz="8000" dirty="0">
                <a:latin typeface="Amasis MT Pro" panose="02040504050005020304" pitchFamily="18" charset="0"/>
              </a:rPr>
              <a:t> of our Fake News Detector</a:t>
            </a:r>
          </a:p>
          <a:p>
            <a:pPr>
              <a:lnSpc>
                <a:spcPct val="100000"/>
              </a:lnSpc>
            </a:pPr>
            <a:r>
              <a:rPr lang="en-US" sz="8000" dirty="0">
                <a:latin typeface="Amasis MT Pro" panose="02040504050005020304" pitchFamily="18" charset="0"/>
              </a:rPr>
              <a:t>Real‑time classification with confidence scores</a:t>
            </a:r>
          </a:p>
          <a:p>
            <a:pPr>
              <a:lnSpc>
                <a:spcPct val="100000"/>
              </a:lnSpc>
            </a:pPr>
            <a:r>
              <a:rPr lang="en-US" sz="8000" dirty="0">
                <a:latin typeface="Amasis MT Pro" panose="02040504050005020304" pitchFamily="18" charset="0"/>
              </a:rPr>
              <a:t>Input → Text article, headline, or full story</a:t>
            </a:r>
          </a:p>
          <a:p>
            <a:pPr>
              <a:lnSpc>
                <a:spcPct val="100000"/>
              </a:lnSpc>
            </a:pPr>
            <a:r>
              <a:rPr lang="en-US" sz="8000" dirty="0">
                <a:latin typeface="Amasis MT Pro" panose="02040504050005020304" pitchFamily="18" charset="0"/>
              </a:rPr>
              <a:t>Output →</a:t>
            </a:r>
          </a:p>
          <a:p>
            <a:pPr lvl="1">
              <a:lnSpc>
                <a:spcPct val="100000"/>
              </a:lnSpc>
            </a:pPr>
            <a:r>
              <a:rPr lang="en-US" sz="8000" dirty="0">
                <a:latin typeface="Amasis MT Pro" panose="02040504050005020304" pitchFamily="18" charset="0"/>
              </a:rPr>
              <a:t>“REAL ✅” or “FAKE ❌”</a:t>
            </a:r>
          </a:p>
          <a:p>
            <a:pPr lvl="1">
              <a:lnSpc>
                <a:spcPct val="100000"/>
              </a:lnSpc>
            </a:pPr>
            <a:r>
              <a:rPr lang="en-US" sz="8000" dirty="0">
                <a:latin typeface="Amasis MT Pro" panose="02040504050005020304" pitchFamily="18" charset="0"/>
              </a:rPr>
              <a:t>Probability scores for both classes</a:t>
            </a:r>
          </a:p>
          <a:p>
            <a:pPr>
              <a:lnSpc>
                <a:spcPct val="100000"/>
              </a:lnSpc>
            </a:pPr>
            <a:r>
              <a:rPr lang="en-US" sz="8000" dirty="0">
                <a:latin typeface="Amasis MT Pro" panose="02040504050005020304" pitchFamily="18" charset="0"/>
              </a:rPr>
              <a:t>Consistency Checker flags mismatches</a:t>
            </a:r>
          </a:p>
          <a:p>
            <a:pPr>
              <a:lnSpc>
                <a:spcPct val="100000"/>
              </a:lnSpc>
            </a:pPr>
            <a:r>
              <a:rPr lang="en-US" sz="8000" dirty="0">
                <a:latin typeface="Amasis MT Pro" panose="02040504050005020304" pitchFamily="18" charset="0"/>
              </a:rPr>
              <a:t>Runs instantly because the LR model is lightweight</a:t>
            </a:r>
          </a:p>
          <a:p>
            <a:pPr>
              <a:lnSpc>
                <a:spcPct val="100000"/>
              </a:lnSpc>
            </a:pPr>
            <a:r>
              <a:rPr lang="en-US" sz="8000" dirty="0">
                <a:latin typeface="Amasis MT Pro" panose="02040504050005020304" pitchFamily="18" charset="0"/>
              </a:rPr>
              <a:t>Can be extended with BERT in the future</a:t>
            </a:r>
          </a:p>
          <a:p>
            <a:pPr>
              <a:lnSpc>
                <a:spcPct val="100000"/>
              </a:lnSpc>
            </a:pPr>
            <a:endParaRPr lang="en-US" sz="1800" dirty="0"/>
          </a:p>
        </p:txBody>
      </p:sp>
      <p:grpSp>
        <p:nvGrpSpPr>
          <p:cNvPr id="311" name="Top left">
            <a:extLst>
              <a:ext uri="{FF2B5EF4-FFF2-40B4-BE49-F238E27FC236}">
                <a16:creationId xmlns:a16="http://schemas.microsoft.com/office/drawing/2014/main" id="{152463F1-086D-4CA9-B597-5588DA81C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CB75CE99-BBD2-4C70-826A-EFBB253F2A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44C74B-FB1D-4D2C-A5C3-276D9B4D6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6A442C7C-0FB7-4A4C-89A3-A659C51D05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7194882A-25E3-467D-8D04-BF54A1C13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5E010D-6032-4455-A544-335CB653E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2B088A5C-8E3E-4A24-8C6C-AC5A2A013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A0150111-0634-4C54-B1C9-2EC918B2BA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F5D4A2D6-A381-44FA-A851-7EA2898D4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6" name="Content Placeholder 5" descr="A screenshot of a computer">
            <a:extLst>
              <a:ext uri="{FF2B5EF4-FFF2-40B4-BE49-F238E27FC236}">
                <a16:creationId xmlns:a16="http://schemas.microsoft.com/office/drawing/2014/main" id="{D7C9AA20-6B2D-A180-1F28-B644D99BBF9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17" b="-4"/>
          <a:stretch>
            <a:fillRect/>
          </a:stretch>
        </p:blipFill>
        <p:spPr>
          <a:xfrm>
            <a:off x="7234925" y="1258060"/>
            <a:ext cx="4128617" cy="2297303"/>
          </a:xfrm>
          <a:prstGeom prst="rect">
            <a:avLst/>
          </a:prstGeom>
        </p:spPr>
      </p:pic>
      <p:pic>
        <p:nvPicPr>
          <p:cNvPr id="8" name="Picture 7" descr="A screenshot of a computer">
            <a:extLst>
              <a:ext uri="{FF2B5EF4-FFF2-40B4-BE49-F238E27FC236}">
                <a16:creationId xmlns:a16="http://schemas.microsoft.com/office/drawing/2014/main" id="{80192815-EC97-3659-5F67-094A0D1E2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90" b="-3"/>
          <a:stretch>
            <a:fillRect/>
          </a:stretch>
        </p:blipFill>
        <p:spPr>
          <a:xfrm>
            <a:off x="7263772" y="4058030"/>
            <a:ext cx="4099769" cy="2297303"/>
          </a:xfrm>
          <a:prstGeom prst="rect">
            <a:avLst/>
          </a:prstGeom>
        </p:spPr>
      </p:pic>
      <p:grpSp>
        <p:nvGrpSpPr>
          <p:cNvPr id="318" name="Bottom Right">
            <a:extLst>
              <a:ext uri="{FF2B5EF4-FFF2-40B4-BE49-F238E27FC236}">
                <a16:creationId xmlns:a16="http://schemas.microsoft.com/office/drawing/2014/main" id="{474309B2-4DC7-4E32-86FC-0F86C35C3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FE70682C-7D82-44D5-8BD3-97DB2C24BD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319" name="Graphic 157">
              <a:extLst>
                <a:ext uri="{FF2B5EF4-FFF2-40B4-BE49-F238E27FC236}">
                  <a16:creationId xmlns:a16="http://schemas.microsoft.com/office/drawing/2014/main" id="{A6BEBC5D-847D-47A1-8692-9CCDBCA23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DE54E975-067E-4AAF-A989-D85FCF6F97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A261961E-5A56-4DBC-98E2-50812B4FA8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59C40D71-93EF-4872-A5AA-6268C6234A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27C96D5-063A-41D4-9471-038C85AB1E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24317024-7301-4D19-B5DD-4B7869139D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8AF216A3-B710-4C01-8D08-34CC87037F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BB1F9A11-C722-40C0-9B4A-6CB8F1B9E1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70CE2466-9F02-43DC-A8B9-7476E75AD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9728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5352E-AFE9-2BC0-FDF3-D1BCF5D89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625F14-FC6F-A3FA-C791-1DC430BCD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25000" lnSpcReduction="20000"/>
          </a:bodyPr>
          <a:lstStyle/>
          <a:p>
            <a:r>
              <a:rPr lang="en-US" sz="8000" dirty="0">
                <a:latin typeface="Amasis MT Pro" panose="02040504050005020304" pitchFamily="18" charset="0"/>
              </a:rPr>
              <a:t>Built a complete end‑to‑end Fake News Detection Pipeline</a:t>
            </a:r>
          </a:p>
          <a:p>
            <a:r>
              <a:rPr lang="en-US" sz="8000" dirty="0">
                <a:latin typeface="Amasis MT Pro" panose="02040504050005020304" pitchFamily="18" charset="0"/>
              </a:rPr>
              <a:t>Cleaned and preprocessed the </a:t>
            </a:r>
            <a:r>
              <a:rPr lang="en-US" sz="8000" dirty="0" err="1">
                <a:latin typeface="Amasis MT Pro" panose="02040504050005020304" pitchFamily="18" charset="0"/>
              </a:rPr>
              <a:t>WELFake</a:t>
            </a:r>
            <a:r>
              <a:rPr lang="en-US" sz="8000" dirty="0">
                <a:latin typeface="Amasis MT Pro" panose="02040504050005020304" pitchFamily="18" charset="0"/>
              </a:rPr>
              <a:t> dataset</a:t>
            </a:r>
          </a:p>
          <a:p>
            <a:r>
              <a:rPr lang="en-US" sz="8000" dirty="0">
                <a:latin typeface="Amasis MT Pro" panose="02040504050005020304" pitchFamily="18" charset="0"/>
              </a:rPr>
              <a:t>Implemented multiple models:</a:t>
            </a:r>
          </a:p>
          <a:p>
            <a:pPr lvl="1"/>
            <a:r>
              <a:rPr lang="en-US" sz="8000" dirty="0">
                <a:latin typeface="Amasis MT Pro" panose="02040504050005020304" pitchFamily="18" charset="0"/>
              </a:rPr>
              <a:t>Logistic Regression (TF‑IDF)</a:t>
            </a:r>
          </a:p>
          <a:p>
            <a:pPr lvl="1"/>
            <a:r>
              <a:rPr lang="en-US" sz="8000" dirty="0">
                <a:latin typeface="Amasis MT Pro" panose="02040504050005020304" pitchFamily="18" charset="0"/>
              </a:rPr>
              <a:t>Naive Bayes</a:t>
            </a:r>
          </a:p>
          <a:p>
            <a:pPr lvl="1"/>
            <a:r>
              <a:rPr lang="en-US" sz="8000" dirty="0">
                <a:latin typeface="Amasis MT Pro" panose="02040504050005020304" pitchFamily="18" charset="0"/>
              </a:rPr>
              <a:t>Lightweight </a:t>
            </a:r>
            <a:r>
              <a:rPr lang="en-US" sz="8000" dirty="0" err="1">
                <a:latin typeface="Amasis MT Pro" panose="02040504050005020304" pitchFamily="18" charset="0"/>
              </a:rPr>
              <a:t>Keras</a:t>
            </a:r>
            <a:r>
              <a:rPr lang="en-US" sz="8000" dirty="0">
                <a:latin typeface="Amasis MT Pro" panose="02040504050005020304" pitchFamily="18" charset="0"/>
              </a:rPr>
              <a:t> Transformer</a:t>
            </a:r>
          </a:p>
          <a:p>
            <a:pPr lvl="1"/>
            <a:r>
              <a:rPr lang="en-US" sz="8000" dirty="0">
                <a:latin typeface="Amasis MT Pro" panose="02040504050005020304" pitchFamily="18" charset="0"/>
              </a:rPr>
              <a:t>Fine‑tuned </a:t>
            </a:r>
            <a:r>
              <a:rPr lang="en-US" sz="8000" dirty="0" err="1">
                <a:latin typeface="Amasis MT Pro" panose="02040504050005020304" pitchFamily="18" charset="0"/>
              </a:rPr>
              <a:t>DistilBERT</a:t>
            </a:r>
            <a:r>
              <a:rPr lang="en-US" sz="8000" dirty="0">
                <a:latin typeface="Amasis MT Pro" panose="02040504050005020304" pitchFamily="18" charset="0"/>
              </a:rPr>
              <a:t> (best performer)</a:t>
            </a:r>
          </a:p>
          <a:p>
            <a:r>
              <a:rPr lang="en-US" sz="8000" dirty="0">
                <a:latin typeface="Amasis MT Pro" panose="02040504050005020304" pitchFamily="18" charset="0"/>
              </a:rPr>
              <a:t>Performed error analysis to understand failure cases</a:t>
            </a:r>
          </a:p>
          <a:p>
            <a:r>
              <a:rPr lang="en-US" sz="8000" dirty="0">
                <a:latin typeface="Amasis MT Pro" panose="02040504050005020304" pitchFamily="18" charset="0"/>
              </a:rPr>
              <a:t>Visualized model behavior through</a:t>
            </a:r>
          </a:p>
          <a:p>
            <a:pPr lvl="1"/>
            <a:r>
              <a:rPr lang="en-US" sz="8000" dirty="0">
                <a:latin typeface="Amasis MT Pro" panose="02040504050005020304" pitchFamily="18" charset="0"/>
              </a:rPr>
              <a:t>Feature importance</a:t>
            </a:r>
          </a:p>
          <a:p>
            <a:pPr lvl="1"/>
            <a:r>
              <a:rPr lang="en-US" sz="8000" dirty="0">
                <a:latin typeface="Amasis MT Pro" panose="02040504050005020304" pitchFamily="18" charset="0"/>
              </a:rPr>
              <a:t>Word clouds</a:t>
            </a:r>
          </a:p>
          <a:p>
            <a:pPr lvl="1"/>
            <a:r>
              <a:rPr lang="en-US" sz="8000" dirty="0">
                <a:latin typeface="Amasis MT Pro" panose="02040504050005020304" pitchFamily="18" charset="0"/>
              </a:rPr>
              <a:t>Confusion matrices</a:t>
            </a:r>
          </a:p>
          <a:p>
            <a:pPr lvl="1"/>
            <a:r>
              <a:rPr lang="en-US" sz="8000" dirty="0">
                <a:latin typeface="Amasis MT Pro" panose="02040504050005020304" pitchFamily="18" charset="0"/>
              </a:rPr>
              <a:t>PR curves</a:t>
            </a:r>
          </a:p>
          <a:p>
            <a:r>
              <a:rPr lang="en-US" sz="8000" dirty="0">
                <a:latin typeface="Amasis MT Pro" panose="02040504050005020304" pitchFamily="18" charset="0"/>
              </a:rPr>
              <a:t>Developed a </a:t>
            </a:r>
            <a:r>
              <a:rPr lang="en-US" sz="8000" dirty="0" err="1">
                <a:latin typeface="Amasis MT Pro" panose="02040504050005020304" pitchFamily="18" charset="0"/>
              </a:rPr>
              <a:t>Gradio</a:t>
            </a:r>
            <a:r>
              <a:rPr lang="en-US" sz="8000" dirty="0">
                <a:latin typeface="Amasis MT Pro" panose="02040504050005020304" pitchFamily="18" charset="0"/>
              </a:rPr>
              <a:t> web app with two interactive tools</a:t>
            </a:r>
          </a:p>
          <a:p>
            <a:r>
              <a:rPr lang="en-US" sz="8000" dirty="0">
                <a:latin typeface="Amasis MT Pro" panose="02040504050005020304" pitchFamily="18" charset="0"/>
              </a:rPr>
              <a:t>Achieved strong results with high accuracy and F1‑score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639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445BAD8-ED1D-0C42-F789-27D59EC31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522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Future Enhancements  </a:t>
            </a:r>
            <a:br>
              <a:rPr lang="en-US" b="1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375174-600C-07C9-8E02-1E24567FB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25000" lnSpcReduction="20000"/>
          </a:bodyPr>
          <a:lstStyle/>
          <a:p>
            <a:r>
              <a:rPr lang="en-US" sz="8000" dirty="0">
                <a:latin typeface="Amasis MT Pro" panose="02040504050005020304" pitchFamily="18" charset="0"/>
              </a:rPr>
              <a:t>Replace Logistic Regression in the web app with </a:t>
            </a:r>
            <a:r>
              <a:rPr lang="en-US" sz="8000" dirty="0" err="1">
                <a:latin typeface="Amasis MT Pro" panose="02040504050005020304" pitchFamily="18" charset="0"/>
              </a:rPr>
              <a:t>DistilBERT</a:t>
            </a:r>
            <a:r>
              <a:rPr lang="en-US" sz="8000" dirty="0">
                <a:latin typeface="Amasis MT Pro" panose="02040504050005020304" pitchFamily="18" charset="0"/>
              </a:rPr>
              <a:t> for higher accuracy</a:t>
            </a:r>
          </a:p>
          <a:p>
            <a:r>
              <a:rPr lang="en-US" sz="8000" dirty="0">
                <a:latin typeface="Amasis MT Pro" panose="02040504050005020304" pitchFamily="18" charset="0"/>
              </a:rPr>
              <a:t>Add Explainable AI (XAI) methods</a:t>
            </a:r>
          </a:p>
          <a:p>
            <a:pPr lvl="1"/>
            <a:r>
              <a:rPr lang="en-US" sz="8000" dirty="0">
                <a:latin typeface="Amasis MT Pro" panose="02040504050005020304" pitchFamily="18" charset="0"/>
              </a:rPr>
              <a:t>SHAP values</a:t>
            </a:r>
          </a:p>
          <a:p>
            <a:pPr lvl="1"/>
            <a:r>
              <a:rPr lang="en-US" sz="8000" dirty="0">
                <a:latin typeface="Amasis MT Pro" panose="02040504050005020304" pitchFamily="18" charset="0"/>
              </a:rPr>
              <a:t>Token-level attribution</a:t>
            </a:r>
          </a:p>
          <a:p>
            <a:r>
              <a:rPr lang="en-US" sz="8000" dirty="0">
                <a:latin typeface="Amasis MT Pro" panose="02040504050005020304" pitchFamily="18" charset="0"/>
              </a:rPr>
              <a:t>Build a multilingual version to support global news</a:t>
            </a:r>
          </a:p>
          <a:p>
            <a:r>
              <a:rPr lang="en-US" sz="8000" dirty="0">
                <a:latin typeface="Amasis MT Pro" panose="02040504050005020304" pitchFamily="18" charset="0"/>
              </a:rPr>
              <a:t>Integrate external knowledge bases</a:t>
            </a:r>
          </a:p>
          <a:p>
            <a:pPr lvl="1"/>
            <a:r>
              <a:rPr lang="en-US" sz="8000" dirty="0">
                <a:latin typeface="Amasis MT Pro" panose="02040504050005020304" pitchFamily="18" charset="0"/>
              </a:rPr>
              <a:t>Wikipedia fact‑checking</a:t>
            </a:r>
          </a:p>
          <a:p>
            <a:pPr lvl="1"/>
            <a:r>
              <a:rPr lang="en-US" sz="8000" dirty="0">
                <a:latin typeface="Amasis MT Pro" panose="02040504050005020304" pitchFamily="18" charset="0"/>
              </a:rPr>
              <a:t>Entity verification</a:t>
            </a:r>
          </a:p>
          <a:p>
            <a:r>
              <a:rPr lang="en-US" sz="8000" dirty="0">
                <a:latin typeface="Amasis MT Pro" panose="02040504050005020304" pitchFamily="18" charset="0"/>
              </a:rPr>
              <a:t>Add stance detection (author supports or opposes topic)</a:t>
            </a:r>
          </a:p>
          <a:p>
            <a:r>
              <a:rPr lang="en-US" sz="8000" dirty="0">
                <a:latin typeface="Amasis MT Pro" panose="02040504050005020304" pitchFamily="18" charset="0"/>
              </a:rPr>
              <a:t>Deploy on cloud (</a:t>
            </a:r>
            <a:r>
              <a:rPr lang="en-US" sz="8000" dirty="0" err="1">
                <a:latin typeface="Amasis MT Pro" panose="02040504050005020304" pitchFamily="18" charset="0"/>
              </a:rPr>
              <a:t>HuggingFace</a:t>
            </a:r>
            <a:r>
              <a:rPr lang="en-US" sz="8000" dirty="0">
                <a:latin typeface="Amasis MT Pro" panose="02040504050005020304" pitchFamily="18" charset="0"/>
              </a:rPr>
              <a:t> Spaces / AWS / GCP)</a:t>
            </a:r>
          </a:p>
          <a:p>
            <a:r>
              <a:rPr lang="en-US" sz="8000" dirty="0">
                <a:latin typeface="Amasis MT Pro" panose="02040504050005020304" pitchFamily="18" charset="0"/>
              </a:rPr>
              <a:t>Extend the system to detect:</a:t>
            </a:r>
          </a:p>
          <a:p>
            <a:pPr lvl="1"/>
            <a:r>
              <a:rPr lang="en-US" sz="8000" dirty="0">
                <a:latin typeface="Amasis MT Pro" panose="02040504050005020304" pitchFamily="18" charset="0"/>
              </a:rPr>
              <a:t>Misleading headlines</a:t>
            </a:r>
          </a:p>
          <a:p>
            <a:pPr lvl="1"/>
            <a:r>
              <a:rPr lang="en-US" sz="8000" dirty="0">
                <a:latin typeface="Amasis MT Pro" panose="02040504050005020304" pitchFamily="18" charset="0"/>
              </a:rPr>
              <a:t>Clickbait</a:t>
            </a:r>
          </a:p>
          <a:p>
            <a:pPr lvl="1"/>
            <a:r>
              <a:rPr lang="en-US" sz="8000" dirty="0">
                <a:latin typeface="Amasis MT Pro" panose="02040504050005020304" pitchFamily="18" charset="0"/>
              </a:rPr>
              <a:t>Partial misinformation</a:t>
            </a:r>
          </a:p>
          <a:p>
            <a:r>
              <a:rPr lang="en-US" sz="8000" dirty="0">
                <a:latin typeface="Amasis MT Pro" panose="02040504050005020304" pitchFamily="18" charset="0"/>
              </a:rPr>
              <a:t>Create a mobile-friendly UI for public use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151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F90C4-FF91-029A-DE6B-631FACB55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055" y="284479"/>
            <a:ext cx="4453890" cy="768731"/>
          </a:xfrm>
        </p:spPr>
        <p:txBody>
          <a:bodyPr>
            <a:normAutofit/>
          </a:bodyPr>
          <a:lstStyle/>
          <a:p>
            <a:r>
              <a:rPr lang="en-US" sz="3200" dirty="0"/>
              <a:t>Question &amp;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66286-8EE5-DC65-59A2-32B97252A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9438" y="2404872"/>
            <a:ext cx="8993124" cy="1024128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14400" b="1" dirty="0"/>
              <a:t>Thank You &amp; Open Floor for Questions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908DEB1-68B1-43C5-18FC-CCD9ED1E1131}"/>
              </a:ext>
            </a:extLst>
          </p:cNvPr>
          <p:cNvSpPr txBox="1">
            <a:spLocks/>
          </p:cNvSpPr>
          <p:nvPr/>
        </p:nvSpPr>
        <p:spPr>
          <a:xfrm>
            <a:off x="1131951" y="4428744"/>
            <a:ext cx="9928098" cy="2429256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200" dirty="0">
                <a:latin typeface="Amasis MT Pro" panose="02040504050005020304" pitchFamily="18" charset="0"/>
              </a:rPr>
              <a:t>Presented by</a:t>
            </a:r>
          </a:p>
          <a:p>
            <a:pPr marL="0" indent="0" algn="ctr">
              <a:buNone/>
            </a:pPr>
            <a:r>
              <a:rPr lang="en-US" sz="6400" b="1" dirty="0">
                <a:latin typeface="Amasis MT Pro" panose="02040504050005020304" pitchFamily="18" charset="0"/>
              </a:rPr>
              <a:t>Uday Raval</a:t>
            </a:r>
          </a:p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US" sz="7200" b="1" dirty="0">
                <a:solidFill>
                  <a:schemeClr val="dk1"/>
                </a:solidFill>
                <a:latin typeface="Amasis MT Pro" panose="020405040500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College of Business, Western New England University  </a:t>
            </a:r>
          </a:p>
          <a:p>
            <a:pPr marL="0" indent="0" algn="ctr">
              <a:buClr>
                <a:schemeClr val="dk1"/>
              </a:buClr>
              <a:buSzPts val="1100"/>
              <a:buNone/>
            </a:pPr>
            <a:r>
              <a:rPr lang="en-US" sz="7200" b="1" dirty="0">
                <a:solidFill>
                  <a:schemeClr val="dk1"/>
                </a:solidFill>
                <a:latin typeface="Amasis MT Pro" panose="020405040500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            Springfield, MA, USA – 01119  </a:t>
            </a:r>
          </a:p>
          <a:p>
            <a:endParaRPr lang="en-US" dirty="0">
              <a:latin typeface="Amasis MT Pro" panose="02040504050005020304" pitchFamily="18" charset="0"/>
            </a:endParaRPr>
          </a:p>
          <a:p>
            <a:pPr marL="0" indent="0" algn="ctr">
              <a:buFont typeface="Avenir Next LT Pro" panose="020B0504020202020204" pitchFamily="34" charset="0"/>
              <a:buNone/>
            </a:pPr>
            <a:endParaRPr lang="en-US" sz="14400" b="1" dirty="0"/>
          </a:p>
          <a:p>
            <a:pPr marL="0" indent="0">
              <a:buFont typeface="Avenir Next LT Pro" panose="020B05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846234"/>
      </p:ext>
    </p:extLst>
  </p:cSld>
  <p:clrMapOvr>
    <a:masterClrMapping/>
  </p:clrMapOvr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Explore</Template>
  <TotalTime>450</TotalTime>
  <Words>703</Words>
  <Application>Microsoft Office PowerPoint</Application>
  <PresentationFormat>Widescreen</PresentationFormat>
  <Paragraphs>152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Amasis MT Pro</vt:lpstr>
      <vt:lpstr>Arial</vt:lpstr>
      <vt:lpstr>Avenir Next LT Pro</vt:lpstr>
      <vt:lpstr>AvenirNext LT Pro Medium</vt:lpstr>
      <vt:lpstr>Posterama</vt:lpstr>
      <vt:lpstr>ExploreVTI</vt:lpstr>
      <vt:lpstr>Identifying Misinformation in Online News Articles</vt:lpstr>
      <vt:lpstr> Project Objectives </vt:lpstr>
      <vt:lpstr>Dataset Overview </vt:lpstr>
      <vt:lpstr>DATA PREPROCESSING</vt:lpstr>
      <vt:lpstr>Data Splits </vt:lpstr>
      <vt:lpstr>Baseline 1: Logistic Regression + TF‑IDF </vt:lpstr>
      <vt:lpstr>Baseline 2: Naive Bayes + TF‑IDF </vt:lpstr>
      <vt:lpstr>Lightweight Transformer (Keras) </vt:lpstr>
      <vt:lpstr>Preparing Data for DistilBERT </vt:lpstr>
      <vt:lpstr>Fine‑tuning DistilBERT </vt:lpstr>
      <vt:lpstr>Final Model Evaluation (DistilBERT) </vt:lpstr>
      <vt:lpstr>Error Analysis </vt:lpstr>
      <vt:lpstr>Building the Web Application (Gradio Interface)</vt:lpstr>
      <vt:lpstr>Web App Demo – How It Works </vt:lpstr>
      <vt:lpstr>Conclusion </vt:lpstr>
      <vt:lpstr>Future Enhancements   </vt:lpstr>
      <vt:lpstr>Question &amp;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 Thota</dc:creator>
  <cp:lastModifiedBy>UDAY RAVAL</cp:lastModifiedBy>
  <cp:revision>3</cp:revision>
  <dcterms:created xsi:type="dcterms:W3CDTF">2025-11-30T17:10:14Z</dcterms:created>
  <dcterms:modified xsi:type="dcterms:W3CDTF">2026-01-08T05:14:57Z</dcterms:modified>
</cp:coreProperties>
</file>